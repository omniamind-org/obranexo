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E46E2F-0D87-43C1-BCC1-E609CDE1BEF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48622C-6A26-4CEF-BD8A-95DAB94611A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DB1E2D8-025B-4C4C-8A50-1D96B03EB7F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AE40240-D8CD-47A5-974C-1AD422AE1A1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 rot="5400000">
            <a:off x="2309760" y="-251640"/>
            <a:ext cx="4525200" cy="822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7C1162-5F33-4E6F-A0F2-7609A1DC95B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 rot="5400000">
            <a:off x="4732920" y="2171520"/>
            <a:ext cx="5850720" cy="205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 rot="5400000">
            <a:off x="542160" y="189720"/>
            <a:ext cx="5850720" cy="601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A3014D-461F-42DD-A58F-2887BFD4D50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0675368-9DCF-4CE7-B1C8-E3934841B0A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8DF8E84-A0A0-489D-AA63-21ED20D2848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DD2396-F47F-4B13-B2BC-3C7347F07CC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6658095-F6A2-46C8-8D22-A8CA4BB8AAE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4F18D7-EA30-4A7A-B539-313F8ACC421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4.xml"/>
<Relationship Id="rId99" Type="http://schemas.openxmlformats.org/officeDocument/2006/relationships/image" Target="../media/logotipo_obranexo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84;p13"/>
          <p:cNvGrpSpPr/>
          <p:nvPr/>
        </p:nvGrpSpPr>
        <p:grpSpPr>
          <a:xfrm>
            <a:off x="335880" y="1220760"/>
            <a:ext cx="5196600" cy="2412360"/>
            <a:chOff x="335880" y="1220760"/>
            <a:chExt cx="5196600" cy="2412360"/>
          </a:xfrm>
        </p:grpSpPr>
        <p:sp>
          <p:nvSpPr>
            <p:cNvPr id="60" name="Google Shape;85;p13"/>
            <p:cNvSpPr/>
            <p:nvPr/>
          </p:nvSpPr>
          <p:spPr>
            <a:xfrm>
              <a:off x="347040" y="1231920"/>
              <a:ext cx="5174280" cy="2390040"/>
            </a:xfrm>
            <a:custGeom>
              <a:avLst/>
              <a:gdLst>
                <a:gd name="textAreaLeft" fmla="*/ 0 w 5174280"/>
                <a:gd name="textAreaRight" fmla="*/ 5175000 w 5174280"/>
                <a:gd name="textAreaTop" fmla="*/ 0 h 2390040"/>
                <a:gd name="textAreaBottom" fmla="*/ 2390760 h 2390040"/>
              </a:gdLst>
              <a:ahLst/>
              <a:cxnLst/>
              <a:rect l="textAreaLeft" t="textAreaTop" r="textAreaRight" b="textAreaBottom"/>
              <a:pathLst>
                <a:path w="33259944" h="15364620">
                  <a:moveTo>
                    <a:pt x="0" y="0"/>
                  </a:moveTo>
                  <a:lnTo>
                    <a:pt x="33259944" y="0"/>
                  </a:lnTo>
                  <a:lnTo>
                    <a:pt x="33259944" y="15364620"/>
                  </a:lnTo>
                  <a:lnTo>
                    <a:pt x="0" y="1536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Google Shape;86;p13"/>
            <p:cNvSpPr/>
            <p:nvPr/>
          </p:nvSpPr>
          <p:spPr>
            <a:xfrm>
              <a:off x="335880" y="1220760"/>
              <a:ext cx="5196600" cy="2412360"/>
            </a:xfrm>
            <a:custGeom>
              <a:avLst/>
              <a:gdLst>
                <a:gd name="textAreaLeft" fmla="*/ 0 w 5196600"/>
                <a:gd name="textAreaRight" fmla="*/ 5197320 w 5196600"/>
                <a:gd name="textAreaTop" fmla="*/ 0 h 2412360"/>
                <a:gd name="textAreaBottom" fmla="*/ 2413080 h 2412360"/>
              </a:gdLst>
              <a:ahLst/>
              <a:cxnLst/>
              <a:rect l="textAreaLeft" t="textAreaTop" r="textAreaRight" b="textAreaBottom"/>
              <a:pathLst>
                <a:path w="33404724" h="15509399">
                  <a:moveTo>
                    <a:pt x="33259945" y="15364619"/>
                  </a:moveTo>
                  <a:lnTo>
                    <a:pt x="33404724" y="15364619"/>
                  </a:lnTo>
                  <a:lnTo>
                    <a:pt x="33404724" y="15509399"/>
                  </a:lnTo>
                  <a:lnTo>
                    <a:pt x="33259945" y="15509399"/>
                  </a:lnTo>
                  <a:lnTo>
                    <a:pt x="33259945" y="153646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364619"/>
                  </a:lnTo>
                  <a:lnTo>
                    <a:pt x="0" y="15364619"/>
                  </a:lnTo>
                  <a:lnTo>
                    <a:pt x="0" y="144780"/>
                  </a:lnTo>
                  <a:close/>
                  <a:moveTo>
                    <a:pt x="0" y="15364619"/>
                  </a:moveTo>
                  <a:lnTo>
                    <a:pt x="144780" y="15364619"/>
                  </a:lnTo>
                  <a:lnTo>
                    <a:pt x="144780" y="15509399"/>
                  </a:lnTo>
                  <a:lnTo>
                    <a:pt x="0" y="15509399"/>
                  </a:lnTo>
                  <a:lnTo>
                    <a:pt x="0" y="15364619"/>
                  </a:lnTo>
                  <a:close/>
                  <a:moveTo>
                    <a:pt x="33259945" y="144780"/>
                  </a:moveTo>
                  <a:lnTo>
                    <a:pt x="33404724" y="144780"/>
                  </a:lnTo>
                  <a:lnTo>
                    <a:pt x="33404724" y="15364619"/>
                  </a:lnTo>
                  <a:lnTo>
                    <a:pt x="33259945" y="15364619"/>
                  </a:lnTo>
                  <a:lnTo>
                    <a:pt x="33259945" y="144780"/>
                  </a:lnTo>
                  <a:close/>
                  <a:moveTo>
                    <a:pt x="144780" y="15364619"/>
                  </a:moveTo>
                  <a:lnTo>
                    <a:pt x="33259945" y="15364619"/>
                  </a:lnTo>
                  <a:lnTo>
                    <a:pt x="33259945" y="15509399"/>
                  </a:lnTo>
                  <a:lnTo>
                    <a:pt x="144780" y="15509399"/>
                  </a:lnTo>
                  <a:lnTo>
                    <a:pt x="144780" y="15364619"/>
                  </a:lnTo>
                  <a:close/>
                  <a:moveTo>
                    <a:pt x="33259945" y="0"/>
                  </a:moveTo>
                  <a:lnTo>
                    <a:pt x="33404724" y="0"/>
                  </a:lnTo>
                  <a:lnTo>
                    <a:pt x="33404724" y="144780"/>
                  </a:lnTo>
                  <a:lnTo>
                    <a:pt x="33259945" y="144780"/>
                  </a:lnTo>
                  <a:lnTo>
                    <a:pt x="3325994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259945" y="0"/>
                  </a:lnTo>
                  <a:lnTo>
                    <a:pt x="3325994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Google Shape;87;p13"/>
          <p:cNvGrpSpPr/>
          <p:nvPr/>
        </p:nvGrpSpPr>
        <p:grpSpPr>
          <a:xfrm>
            <a:off x="5847840" y="1220760"/>
            <a:ext cx="8400960" cy="2412360"/>
            <a:chOff x="5847840" y="1220760"/>
            <a:chExt cx="8400960" cy="2412360"/>
          </a:xfrm>
        </p:grpSpPr>
        <p:sp>
          <p:nvSpPr>
            <p:cNvPr id="63" name="Google Shape;88;p13"/>
            <p:cNvSpPr/>
            <p:nvPr/>
          </p:nvSpPr>
          <p:spPr>
            <a:xfrm>
              <a:off x="5859000" y="1231920"/>
              <a:ext cx="8378280" cy="2390040"/>
            </a:xfrm>
            <a:custGeom>
              <a:avLst/>
              <a:gdLst>
                <a:gd name="textAreaLeft" fmla="*/ 0 w 8378280"/>
                <a:gd name="textAreaRight" fmla="*/ 8379000 w 8378280"/>
                <a:gd name="textAreaTop" fmla="*/ 0 h 2390040"/>
                <a:gd name="textAreaBottom" fmla="*/ 2390760 h 2390040"/>
              </a:gdLst>
              <a:ahLst/>
              <a:cxnLst/>
              <a:rect l="textAreaLeft" t="textAreaTop" r="textAreaRight" b="textAreaBottom"/>
              <a:pathLst>
                <a:path w="53853205" h="15364620">
                  <a:moveTo>
                    <a:pt x="0" y="0"/>
                  </a:moveTo>
                  <a:lnTo>
                    <a:pt x="53853205" y="0"/>
                  </a:lnTo>
                  <a:lnTo>
                    <a:pt x="53853205" y="15364620"/>
                  </a:lnTo>
                  <a:lnTo>
                    <a:pt x="0" y="1536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Google Shape;89;p13"/>
            <p:cNvSpPr/>
            <p:nvPr/>
          </p:nvSpPr>
          <p:spPr>
            <a:xfrm>
              <a:off x="5847840" y="1220760"/>
              <a:ext cx="8400960" cy="2412360"/>
            </a:xfrm>
            <a:custGeom>
              <a:avLst/>
              <a:gdLst>
                <a:gd name="textAreaLeft" fmla="*/ 0 w 8400960"/>
                <a:gd name="textAreaRight" fmla="*/ 8401680 w 8400960"/>
                <a:gd name="textAreaTop" fmla="*/ 0 h 2412360"/>
                <a:gd name="textAreaBottom" fmla="*/ 2413080 h 2412360"/>
              </a:gdLst>
              <a:ahLst/>
              <a:cxnLst/>
              <a:rect l="textAreaLeft" t="textAreaTop" r="textAreaRight" b="textAreaBottom"/>
              <a:pathLst>
                <a:path w="53997988" h="15509399">
                  <a:moveTo>
                    <a:pt x="53853203" y="15364619"/>
                  </a:moveTo>
                  <a:lnTo>
                    <a:pt x="53997988" y="15364619"/>
                  </a:lnTo>
                  <a:lnTo>
                    <a:pt x="53997988" y="15509399"/>
                  </a:lnTo>
                  <a:lnTo>
                    <a:pt x="53853203" y="15509399"/>
                  </a:lnTo>
                  <a:lnTo>
                    <a:pt x="53853203" y="153646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364619"/>
                  </a:lnTo>
                  <a:lnTo>
                    <a:pt x="0" y="15364619"/>
                  </a:lnTo>
                  <a:lnTo>
                    <a:pt x="0" y="144780"/>
                  </a:lnTo>
                  <a:close/>
                  <a:moveTo>
                    <a:pt x="0" y="15364619"/>
                  </a:moveTo>
                  <a:lnTo>
                    <a:pt x="144780" y="15364619"/>
                  </a:lnTo>
                  <a:lnTo>
                    <a:pt x="144780" y="15509399"/>
                  </a:lnTo>
                  <a:lnTo>
                    <a:pt x="0" y="15509399"/>
                  </a:lnTo>
                  <a:lnTo>
                    <a:pt x="0" y="15364619"/>
                  </a:lnTo>
                  <a:close/>
                  <a:moveTo>
                    <a:pt x="53853203" y="144780"/>
                  </a:moveTo>
                  <a:lnTo>
                    <a:pt x="53997988" y="144780"/>
                  </a:lnTo>
                  <a:lnTo>
                    <a:pt x="53997988" y="15364619"/>
                  </a:lnTo>
                  <a:lnTo>
                    <a:pt x="53853203" y="15364619"/>
                  </a:lnTo>
                  <a:lnTo>
                    <a:pt x="53853203" y="144780"/>
                  </a:lnTo>
                  <a:close/>
                  <a:moveTo>
                    <a:pt x="144780" y="15364619"/>
                  </a:moveTo>
                  <a:lnTo>
                    <a:pt x="53853203" y="15364619"/>
                  </a:lnTo>
                  <a:lnTo>
                    <a:pt x="53853203" y="15509399"/>
                  </a:lnTo>
                  <a:lnTo>
                    <a:pt x="144780" y="15509399"/>
                  </a:lnTo>
                  <a:lnTo>
                    <a:pt x="144780" y="15364619"/>
                  </a:lnTo>
                  <a:close/>
                  <a:moveTo>
                    <a:pt x="53853203" y="0"/>
                  </a:moveTo>
                  <a:lnTo>
                    <a:pt x="53997988" y="0"/>
                  </a:lnTo>
                  <a:lnTo>
                    <a:pt x="53997988" y="144780"/>
                  </a:lnTo>
                  <a:lnTo>
                    <a:pt x="53853203" y="144780"/>
                  </a:lnTo>
                  <a:lnTo>
                    <a:pt x="5385320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3853203" y="0"/>
                  </a:lnTo>
                  <a:lnTo>
                    <a:pt x="5385320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oogle Shape;90;p13"/>
          <p:cNvGrpSpPr/>
          <p:nvPr/>
        </p:nvGrpSpPr>
        <p:grpSpPr>
          <a:xfrm>
            <a:off x="5840640" y="3769560"/>
            <a:ext cx="8407800" cy="6264720"/>
            <a:chOff x="5840640" y="3769560"/>
            <a:chExt cx="8407800" cy="6264720"/>
          </a:xfrm>
        </p:grpSpPr>
        <p:sp>
          <p:nvSpPr>
            <p:cNvPr id="66" name="Google Shape;91;p13"/>
            <p:cNvSpPr/>
            <p:nvPr/>
          </p:nvSpPr>
          <p:spPr>
            <a:xfrm>
              <a:off x="5852160" y="3781080"/>
              <a:ext cx="8385120" cy="6242040"/>
            </a:xfrm>
            <a:custGeom>
              <a:avLst/>
              <a:gdLst>
                <a:gd name="textAreaLeft" fmla="*/ 0 w 8385120"/>
                <a:gd name="textAreaRight" fmla="*/ 8385840 w 8385120"/>
                <a:gd name="textAreaTop" fmla="*/ 0 h 6242040"/>
                <a:gd name="textAreaBottom" fmla="*/ 6242760 h 6242040"/>
              </a:gdLst>
              <a:ahLst/>
              <a:cxnLst/>
              <a:rect l="textAreaLeft" t="textAreaTop" r="textAreaRight" b="textAreaBottom"/>
              <a:pathLst>
                <a:path w="53897252" h="40123476">
                  <a:moveTo>
                    <a:pt x="0" y="0"/>
                  </a:moveTo>
                  <a:lnTo>
                    <a:pt x="53897252" y="0"/>
                  </a:lnTo>
                  <a:lnTo>
                    <a:pt x="53897252" y="40123476"/>
                  </a:lnTo>
                  <a:lnTo>
                    <a:pt x="0" y="40123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Google Shape;92;p13"/>
            <p:cNvSpPr/>
            <p:nvPr/>
          </p:nvSpPr>
          <p:spPr>
            <a:xfrm>
              <a:off x="5840640" y="3769560"/>
              <a:ext cx="8407800" cy="6264720"/>
            </a:xfrm>
            <a:custGeom>
              <a:avLst/>
              <a:gdLst>
                <a:gd name="textAreaLeft" fmla="*/ 0 w 8407800"/>
                <a:gd name="textAreaRight" fmla="*/ 8408520 w 8407800"/>
                <a:gd name="textAreaTop" fmla="*/ 0 h 6264720"/>
                <a:gd name="textAreaBottom" fmla="*/ 6265440 h 6264720"/>
              </a:gdLst>
              <a:ahLst/>
              <a:cxnLst/>
              <a:rect l="textAreaLeft" t="textAreaTop" r="textAreaRight" b="textAreaBottom"/>
              <a:pathLst>
                <a:path w="54042035" h="40268255">
                  <a:moveTo>
                    <a:pt x="53897256" y="40123473"/>
                  </a:moveTo>
                  <a:lnTo>
                    <a:pt x="54042035" y="40123473"/>
                  </a:lnTo>
                  <a:lnTo>
                    <a:pt x="54042035" y="40268255"/>
                  </a:lnTo>
                  <a:lnTo>
                    <a:pt x="53897256" y="40268255"/>
                  </a:lnTo>
                  <a:lnTo>
                    <a:pt x="53897256" y="4012347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0123473"/>
                  </a:lnTo>
                  <a:lnTo>
                    <a:pt x="0" y="40123473"/>
                  </a:lnTo>
                  <a:lnTo>
                    <a:pt x="0" y="144780"/>
                  </a:lnTo>
                  <a:close/>
                  <a:moveTo>
                    <a:pt x="0" y="40123473"/>
                  </a:moveTo>
                  <a:lnTo>
                    <a:pt x="144780" y="40123473"/>
                  </a:lnTo>
                  <a:lnTo>
                    <a:pt x="144780" y="40268255"/>
                  </a:lnTo>
                  <a:lnTo>
                    <a:pt x="0" y="40268255"/>
                  </a:lnTo>
                  <a:lnTo>
                    <a:pt x="0" y="40123473"/>
                  </a:lnTo>
                  <a:close/>
                  <a:moveTo>
                    <a:pt x="53897256" y="144780"/>
                  </a:moveTo>
                  <a:lnTo>
                    <a:pt x="54042035" y="144780"/>
                  </a:lnTo>
                  <a:lnTo>
                    <a:pt x="54042035" y="40123473"/>
                  </a:lnTo>
                  <a:lnTo>
                    <a:pt x="53897256" y="40123473"/>
                  </a:lnTo>
                  <a:lnTo>
                    <a:pt x="53897256" y="144780"/>
                  </a:lnTo>
                  <a:close/>
                  <a:moveTo>
                    <a:pt x="144780" y="40123473"/>
                  </a:moveTo>
                  <a:lnTo>
                    <a:pt x="53897256" y="40123473"/>
                  </a:lnTo>
                  <a:lnTo>
                    <a:pt x="53897256" y="40268255"/>
                  </a:lnTo>
                  <a:lnTo>
                    <a:pt x="144780" y="40268255"/>
                  </a:lnTo>
                  <a:lnTo>
                    <a:pt x="144780" y="40123473"/>
                  </a:lnTo>
                  <a:close/>
                  <a:moveTo>
                    <a:pt x="53897256" y="0"/>
                  </a:moveTo>
                  <a:lnTo>
                    <a:pt x="54042035" y="0"/>
                  </a:lnTo>
                  <a:lnTo>
                    <a:pt x="54042035" y="144780"/>
                  </a:lnTo>
                  <a:lnTo>
                    <a:pt x="53897256" y="144780"/>
                  </a:lnTo>
                  <a:lnTo>
                    <a:pt x="5389725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3897256" y="0"/>
                  </a:lnTo>
                  <a:lnTo>
                    <a:pt x="5389725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oogle Shape;93;p13"/>
          <p:cNvGrpSpPr/>
          <p:nvPr/>
        </p:nvGrpSpPr>
        <p:grpSpPr>
          <a:xfrm>
            <a:off x="322200" y="3769560"/>
            <a:ext cx="5203440" cy="2523240"/>
            <a:chOff x="322200" y="3769560"/>
            <a:chExt cx="5203440" cy="2523240"/>
          </a:xfrm>
        </p:grpSpPr>
        <p:sp>
          <p:nvSpPr>
            <p:cNvPr id="69" name="Google Shape;94;p13"/>
            <p:cNvSpPr/>
            <p:nvPr/>
          </p:nvSpPr>
          <p:spPr>
            <a:xfrm>
              <a:off x="333360" y="3781080"/>
              <a:ext cx="5181120" cy="2500560"/>
            </a:xfrm>
            <a:custGeom>
              <a:avLst/>
              <a:gdLst>
                <a:gd name="textAreaLeft" fmla="*/ 0 w 5181120"/>
                <a:gd name="textAreaRight" fmla="*/ 5181840 w 5181120"/>
                <a:gd name="textAreaTop" fmla="*/ 0 h 2500560"/>
                <a:gd name="textAreaBottom" fmla="*/ 2501280 h 2500560"/>
              </a:gdLst>
              <a:ahLst/>
              <a:cxnLst/>
              <a:rect l="textAreaLeft" t="textAreaTop" r="textAreaRight" b="textAreaBottom"/>
              <a:pathLst>
                <a:path w="33303994" h="16077096">
                  <a:moveTo>
                    <a:pt x="0" y="0"/>
                  </a:moveTo>
                  <a:lnTo>
                    <a:pt x="33303994" y="0"/>
                  </a:lnTo>
                  <a:lnTo>
                    <a:pt x="33303994" y="16077096"/>
                  </a:lnTo>
                  <a:lnTo>
                    <a:pt x="0" y="160770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Google Shape;95;p13"/>
            <p:cNvSpPr/>
            <p:nvPr/>
          </p:nvSpPr>
          <p:spPr>
            <a:xfrm>
              <a:off x="322200" y="3769560"/>
              <a:ext cx="5203440" cy="2523240"/>
            </a:xfrm>
            <a:custGeom>
              <a:avLst/>
              <a:gdLst>
                <a:gd name="textAreaLeft" fmla="*/ 0 w 5203440"/>
                <a:gd name="textAreaRight" fmla="*/ 5204160 w 5203440"/>
                <a:gd name="textAreaTop" fmla="*/ 0 h 2523240"/>
                <a:gd name="textAreaBottom" fmla="*/ 2523960 h 2523240"/>
              </a:gdLst>
              <a:ahLst/>
              <a:cxnLst/>
              <a:rect l="textAreaLeft" t="textAreaTop" r="textAreaRight" b="textAreaBottom"/>
              <a:pathLst>
                <a:path w="33448774" h="16221875">
                  <a:moveTo>
                    <a:pt x="33303992" y="16077095"/>
                  </a:moveTo>
                  <a:lnTo>
                    <a:pt x="33448774" y="16077095"/>
                  </a:lnTo>
                  <a:lnTo>
                    <a:pt x="33448774" y="16221875"/>
                  </a:lnTo>
                  <a:lnTo>
                    <a:pt x="33303992" y="16221875"/>
                  </a:lnTo>
                  <a:lnTo>
                    <a:pt x="33303992" y="1607709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077095"/>
                  </a:lnTo>
                  <a:lnTo>
                    <a:pt x="0" y="16077095"/>
                  </a:lnTo>
                  <a:lnTo>
                    <a:pt x="0" y="144780"/>
                  </a:lnTo>
                  <a:close/>
                  <a:moveTo>
                    <a:pt x="0" y="16077095"/>
                  </a:moveTo>
                  <a:lnTo>
                    <a:pt x="144780" y="16077095"/>
                  </a:lnTo>
                  <a:lnTo>
                    <a:pt x="144780" y="16221875"/>
                  </a:lnTo>
                  <a:lnTo>
                    <a:pt x="0" y="16221875"/>
                  </a:lnTo>
                  <a:lnTo>
                    <a:pt x="0" y="16077095"/>
                  </a:lnTo>
                  <a:close/>
                  <a:moveTo>
                    <a:pt x="33303992" y="144780"/>
                  </a:moveTo>
                  <a:lnTo>
                    <a:pt x="33448774" y="144780"/>
                  </a:lnTo>
                  <a:lnTo>
                    <a:pt x="33448774" y="16077095"/>
                  </a:lnTo>
                  <a:lnTo>
                    <a:pt x="33303992" y="16077095"/>
                  </a:lnTo>
                  <a:lnTo>
                    <a:pt x="33303992" y="144780"/>
                  </a:lnTo>
                  <a:close/>
                  <a:moveTo>
                    <a:pt x="144780" y="16077095"/>
                  </a:moveTo>
                  <a:lnTo>
                    <a:pt x="33303992" y="16077095"/>
                  </a:lnTo>
                  <a:lnTo>
                    <a:pt x="33303992" y="16221875"/>
                  </a:lnTo>
                  <a:lnTo>
                    <a:pt x="144780" y="16221875"/>
                  </a:lnTo>
                  <a:lnTo>
                    <a:pt x="144780" y="16077095"/>
                  </a:lnTo>
                  <a:close/>
                  <a:moveTo>
                    <a:pt x="33303992" y="0"/>
                  </a:moveTo>
                  <a:lnTo>
                    <a:pt x="33448774" y="0"/>
                  </a:lnTo>
                  <a:lnTo>
                    <a:pt x="33448774" y="144780"/>
                  </a:lnTo>
                  <a:lnTo>
                    <a:pt x="33303992" y="144780"/>
                  </a:lnTo>
                  <a:lnTo>
                    <a:pt x="3330399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303992" y="0"/>
                  </a:lnTo>
                  <a:lnTo>
                    <a:pt x="3330399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oogle Shape;96;p13"/>
          <p:cNvGrpSpPr/>
          <p:nvPr/>
        </p:nvGrpSpPr>
        <p:grpSpPr>
          <a:xfrm>
            <a:off x="312840" y="6410160"/>
            <a:ext cx="5213160" cy="3624480"/>
            <a:chOff x="312840" y="6410160"/>
            <a:chExt cx="5213160" cy="3624480"/>
          </a:xfrm>
        </p:grpSpPr>
        <p:sp>
          <p:nvSpPr>
            <p:cNvPr id="72" name="Google Shape;97;p13"/>
            <p:cNvSpPr/>
            <p:nvPr/>
          </p:nvSpPr>
          <p:spPr>
            <a:xfrm>
              <a:off x="324000" y="6421320"/>
              <a:ext cx="5190480" cy="3601800"/>
            </a:xfrm>
            <a:custGeom>
              <a:avLst/>
              <a:gdLst>
                <a:gd name="textAreaLeft" fmla="*/ 0 w 5190480"/>
                <a:gd name="textAreaRight" fmla="*/ 5191200 w 5190480"/>
                <a:gd name="textAreaTop" fmla="*/ 0 h 3601800"/>
                <a:gd name="textAreaBottom" fmla="*/ 3602520 h 3601800"/>
              </a:gdLst>
              <a:ahLst/>
              <a:cxnLst/>
              <a:rect l="textAreaLeft" t="textAreaTop" r="textAreaRight" b="textAreaBottom"/>
              <a:pathLst>
                <a:path w="33365212" h="23153997">
                  <a:moveTo>
                    <a:pt x="0" y="0"/>
                  </a:moveTo>
                  <a:lnTo>
                    <a:pt x="33365212" y="0"/>
                  </a:lnTo>
                  <a:lnTo>
                    <a:pt x="33365212" y="23153997"/>
                  </a:lnTo>
                  <a:lnTo>
                    <a:pt x="0" y="23153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Google Shape;98;p13"/>
            <p:cNvSpPr/>
            <p:nvPr/>
          </p:nvSpPr>
          <p:spPr>
            <a:xfrm>
              <a:off x="312840" y="6410160"/>
              <a:ext cx="5213160" cy="3624480"/>
            </a:xfrm>
            <a:custGeom>
              <a:avLst/>
              <a:gdLst>
                <a:gd name="textAreaLeft" fmla="*/ 0 w 5213160"/>
                <a:gd name="textAreaRight" fmla="*/ 5213880 w 5213160"/>
                <a:gd name="textAreaTop" fmla="*/ 0 h 3624480"/>
                <a:gd name="textAreaBottom" fmla="*/ 3625200 h 3624480"/>
              </a:gdLst>
              <a:ahLst/>
              <a:cxnLst/>
              <a:rect l="textAreaLeft" t="textAreaTop" r="textAreaRight" b="textAreaBottom"/>
              <a:pathLst>
                <a:path w="33509992" h="23298778">
                  <a:moveTo>
                    <a:pt x="33365213" y="23153998"/>
                  </a:moveTo>
                  <a:lnTo>
                    <a:pt x="33509992" y="23153998"/>
                  </a:lnTo>
                  <a:lnTo>
                    <a:pt x="33509992" y="23298778"/>
                  </a:lnTo>
                  <a:lnTo>
                    <a:pt x="33365213" y="23298778"/>
                  </a:lnTo>
                  <a:lnTo>
                    <a:pt x="33365213" y="2315399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3153998"/>
                  </a:lnTo>
                  <a:lnTo>
                    <a:pt x="0" y="23153998"/>
                  </a:lnTo>
                  <a:lnTo>
                    <a:pt x="0" y="144780"/>
                  </a:lnTo>
                  <a:close/>
                  <a:moveTo>
                    <a:pt x="0" y="23153998"/>
                  </a:moveTo>
                  <a:lnTo>
                    <a:pt x="144780" y="23153998"/>
                  </a:lnTo>
                  <a:lnTo>
                    <a:pt x="144780" y="23298778"/>
                  </a:lnTo>
                  <a:lnTo>
                    <a:pt x="0" y="23298778"/>
                  </a:lnTo>
                  <a:lnTo>
                    <a:pt x="0" y="23153998"/>
                  </a:lnTo>
                  <a:close/>
                  <a:moveTo>
                    <a:pt x="33365213" y="144780"/>
                  </a:moveTo>
                  <a:lnTo>
                    <a:pt x="33509992" y="144780"/>
                  </a:lnTo>
                  <a:lnTo>
                    <a:pt x="33509992" y="23153998"/>
                  </a:lnTo>
                  <a:lnTo>
                    <a:pt x="33365213" y="23153998"/>
                  </a:lnTo>
                  <a:lnTo>
                    <a:pt x="33365213" y="144780"/>
                  </a:lnTo>
                  <a:close/>
                  <a:moveTo>
                    <a:pt x="144780" y="23153998"/>
                  </a:moveTo>
                  <a:lnTo>
                    <a:pt x="33365213" y="23153998"/>
                  </a:lnTo>
                  <a:lnTo>
                    <a:pt x="33365213" y="23298778"/>
                  </a:lnTo>
                  <a:lnTo>
                    <a:pt x="144780" y="23298778"/>
                  </a:lnTo>
                  <a:lnTo>
                    <a:pt x="144780" y="23153998"/>
                  </a:lnTo>
                  <a:close/>
                  <a:moveTo>
                    <a:pt x="33365213" y="0"/>
                  </a:moveTo>
                  <a:lnTo>
                    <a:pt x="33509992" y="0"/>
                  </a:lnTo>
                  <a:lnTo>
                    <a:pt x="33509992" y="144780"/>
                  </a:lnTo>
                  <a:lnTo>
                    <a:pt x="33365213" y="144780"/>
                  </a:lnTo>
                  <a:lnTo>
                    <a:pt x="3336521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365213" y="0"/>
                  </a:lnTo>
                  <a:lnTo>
                    <a:pt x="3336521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" name="Google Shape;99;p13"/>
          <p:cNvGrpSpPr/>
          <p:nvPr/>
        </p:nvGrpSpPr>
        <p:grpSpPr>
          <a:xfrm>
            <a:off x="14568120" y="1220760"/>
            <a:ext cx="3406320" cy="4858920"/>
            <a:chOff x="14568120" y="1220760"/>
            <a:chExt cx="3406320" cy="4858920"/>
          </a:xfrm>
        </p:grpSpPr>
        <p:sp>
          <p:nvSpPr>
            <p:cNvPr id="75" name="Google Shape;100;p13"/>
            <p:cNvSpPr/>
            <p:nvPr/>
          </p:nvSpPr>
          <p:spPr>
            <a:xfrm>
              <a:off x="14579280" y="1231920"/>
              <a:ext cx="3384000" cy="4836240"/>
            </a:xfrm>
            <a:custGeom>
              <a:avLst/>
              <a:gdLst>
                <a:gd name="textAreaLeft" fmla="*/ 0 w 3384000"/>
                <a:gd name="textAreaRight" fmla="*/ 3384720 w 3384000"/>
                <a:gd name="textAreaTop" fmla="*/ 0 h 4836240"/>
                <a:gd name="textAreaBottom" fmla="*/ 4836960 h 4836240"/>
              </a:gdLst>
              <a:ahLst/>
              <a:cxnLst/>
              <a:rect l="textAreaLeft" t="textAreaTop" r="textAreaRight" b="textAreaBottom"/>
              <a:pathLst>
                <a:path w="21753447" h="31088418">
                  <a:moveTo>
                    <a:pt x="0" y="0"/>
                  </a:moveTo>
                  <a:lnTo>
                    <a:pt x="21753447" y="0"/>
                  </a:lnTo>
                  <a:lnTo>
                    <a:pt x="21753447" y="31088418"/>
                  </a:lnTo>
                  <a:lnTo>
                    <a:pt x="0" y="31088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E26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Google Shape;101;p13"/>
            <p:cNvSpPr/>
            <p:nvPr/>
          </p:nvSpPr>
          <p:spPr>
            <a:xfrm>
              <a:off x="14568120" y="1220760"/>
              <a:ext cx="3406320" cy="4858920"/>
            </a:xfrm>
            <a:custGeom>
              <a:avLst/>
              <a:gdLst>
                <a:gd name="textAreaLeft" fmla="*/ 0 w 3406320"/>
                <a:gd name="textAreaRight" fmla="*/ 3407040 w 3406320"/>
                <a:gd name="textAreaTop" fmla="*/ 0 h 4858920"/>
                <a:gd name="textAreaBottom" fmla="*/ 4859640 h 4858920"/>
              </a:gdLst>
              <a:ahLst/>
              <a:cxnLst/>
              <a:rect l="textAreaLeft" t="textAreaTop" r="textAreaRight" b="textAreaBottom"/>
              <a:pathLst>
                <a:path w="21898226" h="31233197">
                  <a:moveTo>
                    <a:pt x="21753446" y="31088416"/>
                  </a:moveTo>
                  <a:lnTo>
                    <a:pt x="21898226" y="31088416"/>
                  </a:lnTo>
                  <a:lnTo>
                    <a:pt x="21898226" y="31233197"/>
                  </a:lnTo>
                  <a:lnTo>
                    <a:pt x="21753446" y="31233197"/>
                  </a:lnTo>
                  <a:lnTo>
                    <a:pt x="21753446" y="3108841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1088416"/>
                  </a:lnTo>
                  <a:lnTo>
                    <a:pt x="0" y="31088416"/>
                  </a:lnTo>
                  <a:lnTo>
                    <a:pt x="0" y="144780"/>
                  </a:lnTo>
                  <a:close/>
                  <a:moveTo>
                    <a:pt x="0" y="31088416"/>
                  </a:moveTo>
                  <a:lnTo>
                    <a:pt x="144780" y="31088416"/>
                  </a:lnTo>
                  <a:lnTo>
                    <a:pt x="144780" y="31233197"/>
                  </a:lnTo>
                  <a:lnTo>
                    <a:pt x="0" y="31233197"/>
                  </a:lnTo>
                  <a:lnTo>
                    <a:pt x="0" y="31088416"/>
                  </a:lnTo>
                  <a:close/>
                  <a:moveTo>
                    <a:pt x="21753446" y="144780"/>
                  </a:moveTo>
                  <a:lnTo>
                    <a:pt x="21898226" y="144780"/>
                  </a:lnTo>
                  <a:lnTo>
                    <a:pt x="21898226" y="31088416"/>
                  </a:lnTo>
                  <a:lnTo>
                    <a:pt x="21753446" y="31088416"/>
                  </a:lnTo>
                  <a:lnTo>
                    <a:pt x="21753446" y="144780"/>
                  </a:lnTo>
                  <a:close/>
                  <a:moveTo>
                    <a:pt x="144780" y="31088416"/>
                  </a:moveTo>
                  <a:lnTo>
                    <a:pt x="21753446" y="31088416"/>
                  </a:lnTo>
                  <a:lnTo>
                    <a:pt x="21753446" y="31233197"/>
                  </a:lnTo>
                  <a:lnTo>
                    <a:pt x="144780" y="31233197"/>
                  </a:lnTo>
                  <a:lnTo>
                    <a:pt x="144780" y="31088416"/>
                  </a:lnTo>
                  <a:close/>
                  <a:moveTo>
                    <a:pt x="21753446" y="0"/>
                  </a:moveTo>
                  <a:lnTo>
                    <a:pt x="21898226" y="0"/>
                  </a:lnTo>
                  <a:lnTo>
                    <a:pt x="21898226" y="144780"/>
                  </a:lnTo>
                  <a:lnTo>
                    <a:pt x="21753446" y="144780"/>
                  </a:lnTo>
                  <a:lnTo>
                    <a:pt x="217534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1753446" y="0"/>
                  </a:lnTo>
                  <a:lnTo>
                    <a:pt x="217534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7" name="Google Shape;102;p13"/>
          <p:cNvGrpSpPr/>
          <p:nvPr/>
        </p:nvGrpSpPr>
        <p:grpSpPr>
          <a:xfrm>
            <a:off x="14568120" y="6251760"/>
            <a:ext cx="3406320" cy="3782520"/>
            <a:chOff x="14568120" y="6251760"/>
            <a:chExt cx="3406320" cy="3782520"/>
          </a:xfrm>
        </p:grpSpPr>
        <p:sp>
          <p:nvSpPr>
            <p:cNvPr id="78" name="Google Shape;103;p13"/>
            <p:cNvSpPr/>
            <p:nvPr/>
          </p:nvSpPr>
          <p:spPr>
            <a:xfrm>
              <a:off x="14579280" y="6262920"/>
              <a:ext cx="3384000" cy="3760200"/>
            </a:xfrm>
            <a:custGeom>
              <a:avLst/>
              <a:gdLst>
                <a:gd name="textAreaLeft" fmla="*/ 0 w 3384000"/>
                <a:gd name="textAreaRight" fmla="*/ 3384720 w 3384000"/>
                <a:gd name="textAreaTop" fmla="*/ 0 h 3760200"/>
                <a:gd name="textAreaBottom" fmla="*/ 3760920 h 3760200"/>
              </a:gdLst>
              <a:ahLst/>
              <a:cxnLst/>
              <a:rect l="textAreaLeft" t="textAreaTop" r="textAreaRight" b="textAreaBottom"/>
              <a:pathLst>
                <a:path w="21753447" h="24170924">
                  <a:moveTo>
                    <a:pt x="0" y="0"/>
                  </a:moveTo>
                  <a:lnTo>
                    <a:pt x="21753447" y="0"/>
                  </a:lnTo>
                  <a:lnTo>
                    <a:pt x="21753447" y="24170924"/>
                  </a:lnTo>
                  <a:lnTo>
                    <a:pt x="0" y="241709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E26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Google Shape;104;p13"/>
            <p:cNvSpPr/>
            <p:nvPr/>
          </p:nvSpPr>
          <p:spPr>
            <a:xfrm>
              <a:off x="14568120" y="6251760"/>
              <a:ext cx="3406320" cy="3782520"/>
            </a:xfrm>
            <a:custGeom>
              <a:avLst/>
              <a:gdLst>
                <a:gd name="textAreaLeft" fmla="*/ 0 w 3406320"/>
                <a:gd name="textAreaRight" fmla="*/ 3407040 w 3406320"/>
                <a:gd name="textAreaTop" fmla="*/ 0 h 3782520"/>
                <a:gd name="textAreaBottom" fmla="*/ 3783240 h 3782520"/>
              </a:gdLst>
              <a:ahLst/>
              <a:cxnLst/>
              <a:rect l="textAreaLeft" t="textAreaTop" r="textAreaRight" b="textAreaBottom"/>
              <a:pathLst>
                <a:path w="21898226" h="24315703">
                  <a:moveTo>
                    <a:pt x="21753446" y="24170923"/>
                  </a:moveTo>
                  <a:lnTo>
                    <a:pt x="21898226" y="24170923"/>
                  </a:lnTo>
                  <a:lnTo>
                    <a:pt x="21898226" y="24315703"/>
                  </a:lnTo>
                  <a:lnTo>
                    <a:pt x="21753446" y="24315703"/>
                  </a:lnTo>
                  <a:lnTo>
                    <a:pt x="21753446" y="2417092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70923"/>
                  </a:lnTo>
                  <a:lnTo>
                    <a:pt x="0" y="24170923"/>
                  </a:lnTo>
                  <a:lnTo>
                    <a:pt x="0" y="144780"/>
                  </a:lnTo>
                  <a:close/>
                  <a:moveTo>
                    <a:pt x="0" y="24170923"/>
                  </a:moveTo>
                  <a:lnTo>
                    <a:pt x="144780" y="24170923"/>
                  </a:lnTo>
                  <a:lnTo>
                    <a:pt x="144780" y="24315703"/>
                  </a:lnTo>
                  <a:lnTo>
                    <a:pt x="0" y="24315703"/>
                  </a:lnTo>
                  <a:lnTo>
                    <a:pt x="0" y="24170923"/>
                  </a:lnTo>
                  <a:close/>
                  <a:moveTo>
                    <a:pt x="21753446" y="144780"/>
                  </a:moveTo>
                  <a:lnTo>
                    <a:pt x="21898226" y="144780"/>
                  </a:lnTo>
                  <a:lnTo>
                    <a:pt x="21898226" y="24170923"/>
                  </a:lnTo>
                  <a:lnTo>
                    <a:pt x="21753446" y="24170923"/>
                  </a:lnTo>
                  <a:lnTo>
                    <a:pt x="21753446" y="144780"/>
                  </a:lnTo>
                  <a:close/>
                  <a:moveTo>
                    <a:pt x="144780" y="24170923"/>
                  </a:moveTo>
                  <a:lnTo>
                    <a:pt x="21753446" y="24170923"/>
                  </a:lnTo>
                  <a:lnTo>
                    <a:pt x="21753446" y="24315703"/>
                  </a:lnTo>
                  <a:lnTo>
                    <a:pt x="144780" y="24315703"/>
                  </a:lnTo>
                  <a:lnTo>
                    <a:pt x="144780" y="24170923"/>
                  </a:lnTo>
                  <a:close/>
                  <a:moveTo>
                    <a:pt x="21753446" y="0"/>
                  </a:moveTo>
                  <a:lnTo>
                    <a:pt x="21898226" y="0"/>
                  </a:lnTo>
                  <a:lnTo>
                    <a:pt x="21898226" y="144780"/>
                  </a:lnTo>
                  <a:lnTo>
                    <a:pt x="21753446" y="144780"/>
                  </a:lnTo>
                  <a:lnTo>
                    <a:pt x="217534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1753446" y="0"/>
                  </a:lnTo>
                  <a:lnTo>
                    <a:pt x="217534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Google Shape;105;p13"/>
          <p:cNvSpPr/>
          <p:nvPr/>
        </p:nvSpPr>
        <p:spPr>
          <a:xfrm>
            <a:off x="666720" y="1464840"/>
            <a:ext cx="578520" cy="367920"/>
          </a:xfrm>
          <a:custGeom>
            <a:avLst/>
            <a:gdLst>
              <a:gd name="textAreaLeft" fmla="*/ 0 w 578520"/>
              <a:gd name="textAreaRight" fmla="*/ 579240 w 578520"/>
              <a:gd name="textAreaTop" fmla="*/ 0 h 367920"/>
              <a:gd name="textAreaBottom" fmla="*/ 368640 h 367920"/>
            </a:gdLst>
            <a:ahLst/>
            <a:cxnLst/>
            <a:rect l="textAreaLeft" t="textAreaTop" r="textAreaRight" b="textAreaBottom"/>
            <a:pathLst>
              <a:path w="579150" h="368550">
                <a:moveTo>
                  <a:pt x="0" y="0"/>
                </a:moveTo>
                <a:lnTo>
                  <a:pt x="579150" y="0"/>
                </a:lnTo>
                <a:lnTo>
                  <a:pt x="579150" y="368550"/>
                </a:lnTo>
                <a:lnTo>
                  <a:pt x="0" y="3685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6;p13"/>
          <p:cNvSpPr/>
          <p:nvPr/>
        </p:nvSpPr>
        <p:spPr>
          <a:xfrm>
            <a:off x="666720" y="3914280"/>
            <a:ext cx="462960" cy="452160"/>
          </a:xfrm>
          <a:custGeom>
            <a:avLst/>
            <a:gdLst>
              <a:gd name="textAreaLeft" fmla="*/ 0 w 462960"/>
              <a:gd name="textAreaRight" fmla="*/ 463680 w 462960"/>
              <a:gd name="textAreaTop" fmla="*/ 0 h 452160"/>
              <a:gd name="textAreaBottom" fmla="*/ 452880 h 452160"/>
            </a:gdLst>
            <a:ahLst/>
            <a:cxnLst/>
            <a:rect l="textAreaLeft" t="textAreaTop" r="textAreaRight" b="textAreaBottom"/>
            <a:pathLst>
              <a:path w="463771" h="452809">
                <a:moveTo>
                  <a:pt x="0" y="0"/>
                </a:moveTo>
                <a:lnTo>
                  <a:pt x="463771" y="0"/>
                </a:lnTo>
                <a:lnTo>
                  <a:pt x="463771" y="452810"/>
                </a:lnTo>
                <a:lnTo>
                  <a:pt x="0" y="4528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7;p13"/>
          <p:cNvSpPr/>
          <p:nvPr/>
        </p:nvSpPr>
        <p:spPr>
          <a:xfrm>
            <a:off x="673560" y="6610320"/>
            <a:ext cx="387360" cy="412200"/>
          </a:xfrm>
          <a:custGeom>
            <a:avLst/>
            <a:gdLst>
              <a:gd name="textAreaLeft" fmla="*/ 0 w 387360"/>
              <a:gd name="textAreaRight" fmla="*/ 388080 w 387360"/>
              <a:gd name="textAreaTop" fmla="*/ 0 h 412200"/>
              <a:gd name="textAreaBottom" fmla="*/ 412920 h 412200"/>
            </a:gdLst>
            <a:ahLst/>
            <a:cxnLst/>
            <a:rect l="textAreaLeft" t="textAreaTop" r="textAreaRight" b="textAreaBottom"/>
            <a:pathLst>
              <a:path w="388152" h="412928">
                <a:moveTo>
                  <a:pt x="0" y="0"/>
                </a:moveTo>
                <a:lnTo>
                  <a:pt x="388152" y="0"/>
                </a:lnTo>
                <a:lnTo>
                  <a:pt x="388152" y="412929"/>
                </a:lnTo>
                <a:lnTo>
                  <a:pt x="0" y="4129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8;p13"/>
          <p:cNvSpPr/>
          <p:nvPr/>
        </p:nvSpPr>
        <p:spPr>
          <a:xfrm>
            <a:off x="6150960" y="1425960"/>
            <a:ext cx="508680" cy="471600"/>
          </a:xfrm>
          <a:custGeom>
            <a:avLst/>
            <a:gdLst>
              <a:gd name="textAreaLeft" fmla="*/ 0 w 508680"/>
              <a:gd name="textAreaRight" fmla="*/ 509400 w 508680"/>
              <a:gd name="textAreaTop" fmla="*/ 0 h 471600"/>
              <a:gd name="textAreaBottom" fmla="*/ 472320 h 471600"/>
            </a:gdLst>
            <a:ahLst/>
            <a:cxnLst/>
            <a:rect l="textAreaLeft" t="textAreaTop" r="textAreaRight" b="textAreaBottom"/>
            <a:pathLst>
              <a:path w="509409" h="472361">
                <a:moveTo>
                  <a:pt x="0" y="0"/>
                </a:moveTo>
                <a:lnTo>
                  <a:pt x="509410" y="0"/>
                </a:lnTo>
                <a:lnTo>
                  <a:pt x="509410" y="472361"/>
                </a:lnTo>
                <a:lnTo>
                  <a:pt x="0" y="4723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9;p13"/>
          <p:cNvSpPr/>
          <p:nvPr/>
        </p:nvSpPr>
        <p:spPr>
          <a:xfrm>
            <a:off x="6220080" y="4001760"/>
            <a:ext cx="439560" cy="439560"/>
          </a:xfrm>
          <a:custGeom>
            <a:avLst/>
            <a:gdLst>
              <a:gd name="textAreaLeft" fmla="*/ 0 w 439560"/>
              <a:gd name="textAreaRight" fmla="*/ 440280 w 439560"/>
              <a:gd name="textAreaTop" fmla="*/ 0 h 439560"/>
              <a:gd name="textAreaBottom" fmla="*/ 440280 h 439560"/>
            </a:gdLst>
            <a:ahLst/>
            <a:cxnLst/>
            <a:rect l="textAreaLeft" t="textAreaTop" r="textAreaRight" b="textAreaBottom"/>
            <a:pathLst>
              <a:path w="440284" h="440284">
                <a:moveTo>
                  <a:pt x="0" y="0"/>
                </a:moveTo>
                <a:lnTo>
                  <a:pt x="440284" y="0"/>
                </a:lnTo>
                <a:lnTo>
                  <a:pt x="440284" y="440284"/>
                </a:lnTo>
                <a:lnTo>
                  <a:pt x="0" y="4402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0;p13"/>
          <p:cNvSpPr/>
          <p:nvPr/>
        </p:nvSpPr>
        <p:spPr>
          <a:xfrm>
            <a:off x="17053920" y="6471000"/>
            <a:ext cx="596520" cy="365040"/>
          </a:xfrm>
          <a:custGeom>
            <a:avLst/>
            <a:gdLst>
              <a:gd name="textAreaLeft" fmla="*/ 0 w 596520"/>
              <a:gd name="textAreaRight" fmla="*/ 597240 w 596520"/>
              <a:gd name="textAreaTop" fmla="*/ 0 h 365040"/>
              <a:gd name="textAreaBottom" fmla="*/ 365760 h 365040"/>
            </a:gdLst>
            <a:ahLst/>
            <a:cxnLst/>
            <a:rect l="textAreaLeft" t="textAreaTop" r="textAreaRight" b="textAreaBottom"/>
            <a:pathLst>
              <a:path w="597398" h="365906">
                <a:moveTo>
                  <a:pt x="0" y="0"/>
                </a:moveTo>
                <a:lnTo>
                  <a:pt x="597398" y="0"/>
                </a:lnTo>
                <a:lnTo>
                  <a:pt x="597398" y="365906"/>
                </a:lnTo>
                <a:lnTo>
                  <a:pt x="0" y="3659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1;p13"/>
          <p:cNvSpPr/>
          <p:nvPr/>
        </p:nvSpPr>
        <p:spPr>
          <a:xfrm>
            <a:off x="14906160" y="1414440"/>
            <a:ext cx="27169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Stakeholders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2;p13"/>
          <p:cNvSpPr/>
          <p:nvPr/>
        </p:nvSpPr>
        <p:spPr>
          <a:xfrm>
            <a:off x="17175600" y="1401840"/>
            <a:ext cx="493920" cy="493920"/>
          </a:xfrm>
          <a:custGeom>
            <a:avLst/>
            <a:gdLst>
              <a:gd name="textAreaLeft" fmla="*/ 0 w 493920"/>
              <a:gd name="textAreaRight" fmla="*/ 494640 w 493920"/>
              <a:gd name="textAreaTop" fmla="*/ 0 h 493920"/>
              <a:gd name="textAreaBottom" fmla="*/ 494640 h 493920"/>
            </a:gdLst>
            <a:ahLst/>
            <a:cxnLst/>
            <a:rect l="textAreaLeft" t="textAreaTop" r="textAreaRight" b="textAreaBottom"/>
            <a:pathLst>
              <a:path w="494722" h="494722">
                <a:moveTo>
                  <a:pt x="0" y="0"/>
                </a:moveTo>
                <a:lnTo>
                  <a:pt x="494722" y="0"/>
                </a:lnTo>
                <a:lnTo>
                  <a:pt x="494722" y="494722"/>
                </a:lnTo>
                <a:lnTo>
                  <a:pt x="0" y="4947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oogle Shape;113;p13"/>
          <p:cNvGrpSpPr/>
          <p:nvPr/>
        </p:nvGrpSpPr>
        <p:grpSpPr>
          <a:xfrm>
            <a:off x="322200" y="252000"/>
            <a:ext cx="17652600" cy="798840"/>
            <a:chOff x="322200" y="252000"/>
            <a:chExt cx="17652600" cy="798840"/>
          </a:xfrm>
        </p:grpSpPr>
        <p:sp>
          <p:nvSpPr>
            <p:cNvPr id="89" name="Google Shape;114;p13"/>
            <p:cNvSpPr/>
            <p:nvPr/>
          </p:nvSpPr>
          <p:spPr>
            <a:xfrm>
              <a:off x="333360" y="263160"/>
              <a:ext cx="17629920" cy="776160"/>
            </a:xfrm>
            <a:custGeom>
              <a:avLst/>
              <a:gdLst>
                <a:gd name="textAreaLeft" fmla="*/ 0 w 17629920"/>
                <a:gd name="textAreaRight" fmla="*/ 17630640 w 17629920"/>
                <a:gd name="textAreaTop" fmla="*/ 0 h 776160"/>
                <a:gd name="textAreaBottom" fmla="*/ 776880 h 776160"/>
              </a:gdLst>
              <a:ahLst/>
              <a:cxnLst/>
              <a:rect l="textAreaLeft" t="textAreaTop" r="textAreaRight" b="textAreaBottom"/>
              <a:pathLst>
                <a:path w="113314401" h="4994209">
                  <a:moveTo>
                    <a:pt x="0" y="0"/>
                  </a:moveTo>
                  <a:lnTo>
                    <a:pt x="113314401" y="0"/>
                  </a:lnTo>
                  <a:lnTo>
                    <a:pt x="113314401" y="4994209"/>
                  </a:lnTo>
                  <a:lnTo>
                    <a:pt x="0" y="499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Google Shape;115;p13"/>
            <p:cNvSpPr/>
            <p:nvPr/>
          </p:nvSpPr>
          <p:spPr>
            <a:xfrm>
              <a:off x="322200" y="252000"/>
              <a:ext cx="17652600" cy="798840"/>
            </a:xfrm>
            <a:custGeom>
              <a:avLst/>
              <a:gdLst>
                <a:gd name="textAreaLeft" fmla="*/ 0 w 17652600"/>
                <a:gd name="textAreaRight" fmla="*/ 17653320 w 17652600"/>
                <a:gd name="textAreaTop" fmla="*/ 0 h 798840"/>
                <a:gd name="textAreaBottom" fmla="*/ 799560 h 798840"/>
              </a:gdLst>
              <a:ahLst/>
              <a:cxnLst/>
              <a:rect l="textAreaLeft" t="textAreaTop" r="textAreaRight" b="textAreaBottom"/>
              <a:pathLst>
                <a:path w="113459183" h="5138989">
                  <a:moveTo>
                    <a:pt x="113314411" y="4994209"/>
                  </a:moveTo>
                  <a:lnTo>
                    <a:pt x="113459183" y="4994209"/>
                  </a:lnTo>
                  <a:lnTo>
                    <a:pt x="113459183" y="5138989"/>
                  </a:lnTo>
                  <a:lnTo>
                    <a:pt x="113314411" y="5138989"/>
                  </a:lnTo>
                  <a:lnTo>
                    <a:pt x="113314411" y="499420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994209"/>
                  </a:lnTo>
                  <a:lnTo>
                    <a:pt x="0" y="4994209"/>
                  </a:lnTo>
                  <a:lnTo>
                    <a:pt x="0" y="144780"/>
                  </a:lnTo>
                  <a:close/>
                  <a:moveTo>
                    <a:pt x="0" y="4994209"/>
                  </a:moveTo>
                  <a:lnTo>
                    <a:pt x="144780" y="4994209"/>
                  </a:lnTo>
                  <a:lnTo>
                    <a:pt x="144780" y="5138989"/>
                  </a:lnTo>
                  <a:lnTo>
                    <a:pt x="0" y="5138989"/>
                  </a:lnTo>
                  <a:lnTo>
                    <a:pt x="0" y="4994209"/>
                  </a:lnTo>
                  <a:close/>
                  <a:moveTo>
                    <a:pt x="113314411" y="144780"/>
                  </a:moveTo>
                  <a:lnTo>
                    <a:pt x="113459183" y="144780"/>
                  </a:lnTo>
                  <a:lnTo>
                    <a:pt x="113459183" y="4994209"/>
                  </a:lnTo>
                  <a:lnTo>
                    <a:pt x="113314411" y="4994209"/>
                  </a:lnTo>
                  <a:lnTo>
                    <a:pt x="113314411" y="144780"/>
                  </a:lnTo>
                  <a:close/>
                  <a:moveTo>
                    <a:pt x="144780" y="4994209"/>
                  </a:moveTo>
                  <a:lnTo>
                    <a:pt x="113314411" y="4994209"/>
                  </a:lnTo>
                  <a:lnTo>
                    <a:pt x="113314411" y="5138989"/>
                  </a:lnTo>
                  <a:lnTo>
                    <a:pt x="144780" y="5138989"/>
                  </a:lnTo>
                  <a:lnTo>
                    <a:pt x="144780" y="4994209"/>
                  </a:lnTo>
                  <a:close/>
                  <a:moveTo>
                    <a:pt x="113314411" y="0"/>
                  </a:moveTo>
                  <a:lnTo>
                    <a:pt x="113459183" y="0"/>
                  </a:lnTo>
                  <a:lnTo>
                    <a:pt x="113459183" y="144780"/>
                  </a:lnTo>
                  <a:lnTo>
                    <a:pt x="113314411" y="144780"/>
                  </a:lnTo>
                  <a:lnTo>
                    <a:pt x="11331441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3314411" y="0"/>
                  </a:lnTo>
                  <a:lnTo>
                    <a:pt x="11331441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00" name="Logotipo ObraNexo" descr="ObraNexo"/>
          <p:cNvPicPr preferRelativeResize="0"/>
          <p:nvPr/>
        </p:nvPicPr>
        <p:blipFill>
          <a:blip r:embed="rId99"/>
          <a:stretch>
            <a:fillRect/>
          </a:stretch>
        </p:blipFill>
        <p:spPr>
          <a:xfrm>
            <a:off x="7459079" y="359640"/>
            <a:ext cx="3369842" cy="5864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117;p13"/>
          <p:cNvSpPr/>
          <p:nvPr/>
        </p:nvSpPr>
        <p:spPr>
          <a:xfrm>
            <a:off x="1519920" y="1464120"/>
            <a:ext cx="21848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Justificativas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8;p13"/>
          <p:cNvSpPr/>
          <p:nvPr/>
        </p:nvSpPr>
        <p:spPr>
          <a:xfrm>
            <a:off x="673560" y="1957320"/>
            <a:ext cx="453492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90% dos pregões elétricos escapam da busca por palavra-chave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Sem analista, a pequena empresa não confere o edital em 8 dias úteis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Cada edital custa R$ 110–700 para ler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19;p13"/>
          <p:cNvSpPr/>
          <p:nvPr/>
        </p:nvSpPr>
        <p:spPr>
          <a:xfrm>
            <a:off x="1399320" y="6617520"/>
            <a:ext cx="16984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Benefícios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0;p13"/>
          <p:cNvSpPr/>
          <p:nvPr/>
        </p:nvSpPr>
        <p:spPr>
          <a:xfrm>
            <a:off x="6936480" y="4059000"/>
            <a:ext cx="17730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Requisitos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1;p13"/>
          <p:cNvSpPr/>
          <p:nvPr/>
        </p:nvSpPr>
        <p:spPr>
          <a:xfrm>
            <a:off x="6185520" y="4670640"/>
            <a:ext cx="774396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Toda conclusão aponta a evidência: documento, página e trecho literal conferido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Veredito por regras: atende, não atende ou indeterminado por requisito; compatível, parcial, indeterminado ou incompatível por item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 falta de evidência, o sistema responde “indeterminado” em vez de inventar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Busca e leitura de pregões reais do PNCP: PDF, DOCX, XLSX e ZIP, com modo offline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Catálogo do fornecedor por upload (CSV, XLSX, JSON) ou montado a partir de fichas técnicas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Revisão humana: o usuário segue, descarta ou marca cada oportunidade para revisão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Análise de uma contratação em menos de 3 minutos, a até US$ 0,50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Dossiê exportável em Markdown e PDF; interface e dossiê em português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Reprodutível e independente do provedor de IA; chaves de API fora do código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2;p13"/>
          <p:cNvSpPr/>
          <p:nvPr/>
        </p:nvSpPr>
        <p:spPr>
          <a:xfrm>
            <a:off x="14933520" y="1976400"/>
            <a:ext cx="271692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Fornecedores de material elétrico e iluminação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Assessorias de licitação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Órgãos compradores e PNCP / MGI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Fabricantes e distribuidores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AKCIT / Embrapii e FAPEG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Provedores de IA e de nuvem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3;p13"/>
          <p:cNvSpPr/>
          <p:nvPr/>
        </p:nvSpPr>
        <p:spPr>
          <a:xfrm>
            <a:off x="6936480" y="1456560"/>
            <a:ext cx="17730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Produto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4;p13"/>
          <p:cNvSpPr/>
          <p:nvPr/>
        </p:nvSpPr>
        <p:spPr>
          <a:xfrm>
            <a:off x="6185520" y="2001240"/>
            <a:ext cx="774432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1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Sistema multiagente que lê os pregões eletrônicos do PNCP item a item, extrai as exigências técnicas e decide com IA neuro-simbólica (LLM para ler, motor de regras para decidir) se o catálogo do fornecedor atende, citando o trecho do edital. Entrega ranking de oportunidades, dossiê com riscos e próximos passos, e um assistente de conversa.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5;p13"/>
          <p:cNvSpPr/>
          <p:nvPr/>
        </p:nvSpPr>
        <p:spPr>
          <a:xfrm>
            <a:off x="1399320" y="3972960"/>
            <a:ext cx="17053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Objetivos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6;p13"/>
          <p:cNvSpPr/>
          <p:nvPr/>
        </p:nvSpPr>
        <p:spPr>
          <a:xfrm>
            <a:off x="666720" y="4481280"/>
            <a:ext cx="448128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1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Permitir que fornecedores de material elétrico encontrem e avaliem, com evidência, pregões do PNCP: em 36 meses, chegar a 250 clientes, ampliar a presença de micro e pequenas empresas nas licitações e reduzir itens desertos.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7;p13"/>
          <p:cNvSpPr/>
          <p:nvPr/>
        </p:nvSpPr>
        <p:spPr>
          <a:xfrm>
            <a:off x="14933520" y="6466320"/>
            <a:ext cx="17978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Equipe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28;p13"/>
          <p:cNvSpPr/>
          <p:nvPr/>
        </p:nvSpPr>
        <p:spPr>
          <a:xfrm>
            <a:off x="14906160" y="6991920"/>
            <a:ext cx="28900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24000" lvl="1" indent="-162000">
              <a:lnSpc>
                <a:spcPct val="14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Fabrycio Leite Nakano Almada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Kauan Divino Pouso Mariano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Maykon Adriell Dutra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Victor Emanuel da Silva Monteiro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pos="0" algn="l"/>
              </a:tabLst>
            </a:pP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pos="0" algn="l"/>
              </a:tabLst>
            </a:pP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>
              <a:lnSpc>
                <a:spcPct val="14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Criado por: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Fabrycio Nakano.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pos="0" algn="l"/>
              </a:tabLst>
            </a:pP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29;p13"/>
          <p:cNvSpPr/>
          <p:nvPr/>
        </p:nvSpPr>
        <p:spPr>
          <a:xfrm>
            <a:off x="673560" y="7166160"/>
            <a:ext cx="453492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Fornecedor: R$ 110–700 poupados por edital e acesso aos pregões que a busca não vê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Governo: mais licitantes qualificados; cada um a mais reduz o preço em ~3,4%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Micro e pequenas empresas: 45% dos itens elétricos são exclusivos para elas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4000" lvl="1" indent="-162000">
              <a:lnSpc>
                <a:spcPct val="141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Energia: apoio à troca dos ~80% de pontos de iluminação pública ainda sem LED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130;p13"/>
          <p:cNvPicPr/>
          <p:nvPr/>
        </p:nvPicPr>
        <p:blipFill>
          <a:blip r:embed="rId8"/>
          <a:stretch/>
        </p:blipFill>
        <p:spPr>
          <a:xfrm>
            <a:off x="480960" y="359640"/>
            <a:ext cx="586440" cy="58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2026-10-24T13:50:41Z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