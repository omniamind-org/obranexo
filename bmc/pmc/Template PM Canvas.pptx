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10" Type="http://schemas.openxmlformats.org/officeDocument/2006/relationships/image" Target="../media/image5.jp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271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335892" y="1220754"/>
            <a:ext cx="5197453" cy="2413113"/>
            <a:chOff x="0" y="0"/>
            <a:chExt cx="33404724" cy="15509399"/>
          </a:xfrm>
        </p:grpSpPr>
        <p:sp>
          <p:nvSpPr>
            <p:cNvPr id="85" name="Google Shape;85;p13"/>
            <p:cNvSpPr/>
            <p:nvPr/>
          </p:nvSpPr>
          <p:spPr>
            <a:xfrm>
              <a:off x="72390" y="72390"/>
              <a:ext cx="33259944" cy="15364620"/>
            </a:xfrm>
            <a:custGeom>
              <a:rect b="b" l="l" r="r" t="t"/>
              <a:pathLst>
                <a:path extrusionOk="0" h="15364620" w="33259944">
                  <a:moveTo>
                    <a:pt x="0" y="0"/>
                  </a:moveTo>
                  <a:lnTo>
                    <a:pt x="33259944" y="0"/>
                  </a:lnTo>
                  <a:lnTo>
                    <a:pt x="33259944" y="15364620"/>
                  </a:lnTo>
                  <a:lnTo>
                    <a:pt x="0" y="1536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  <a:ln>
              <a:noFill/>
            </a:ln>
          </p:spPr>
        </p:sp>
        <p:sp>
          <p:nvSpPr>
            <p:cNvPr id="86" name="Google Shape;86;p13"/>
            <p:cNvSpPr/>
            <p:nvPr/>
          </p:nvSpPr>
          <p:spPr>
            <a:xfrm>
              <a:off x="0" y="0"/>
              <a:ext cx="33404724" cy="15509399"/>
            </a:xfrm>
            <a:custGeom>
              <a:rect b="b" l="l" r="r" t="t"/>
              <a:pathLst>
                <a:path extrusionOk="0" h="15509399" w="33404724">
                  <a:moveTo>
                    <a:pt x="33259945" y="15364619"/>
                  </a:moveTo>
                  <a:lnTo>
                    <a:pt x="33404724" y="15364619"/>
                  </a:lnTo>
                  <a:lnTo>
                    <a:pt x="33404724" y="15509399"/>
                  </a:lnTo>
                  <a:lnTo>
                    <a:pt x="33259945" y="15509399"/>
                  </a:lnTo>
                  <a:lnTo>
                    <a:pt x="33259945" y="153646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5364619"/>
                  </a:lnTo>
                  <a:lnTo>
                    <a:pt x="0" y="15364619"/>
                  </a:lnTo>
                  <a:lnTo>
                    <a:pt x="0" y="144780"/>
                  </a:lnTo>
                  <a:close/>
                  <a:moveTo>
                    <a:pt x="0" y="15364619"/>
                  </a:moveTo>
                  <a:lnTo>
                    <a:pt x="144780" y="15364619"/>
                  </a:lnTo>
                  <a:lnTo>
                    <a:pt x="144780" y="15509399"/>
                  </a:lnTo>
                  <a:lnTo>
                    <a:pt x="0" y="15509399"/>
                  </a:lnTo>
                  <a:lnTo>
                    <a:pt x="0" y="15364619"/>
                  </a:lnTo>
                  <a:close/>
                  <a:moveTo>
                    <a:pt x="33259945" y="144780"/>
                  </a:moveTo>
                  <a:lnTo>
                    <a:pt x="33404724" y="144780"/>
                  </a:lnTo>
                  <a:lnTo>
                    <a:pt x="33404724" y="15364619"/>
                  </a:lnTo>
                  <a:lnTo>
                    <a:pt x="33259945" y="15364619"/>
                  </a:lnTo>
                  <a:lnTo>
                    <a:pt x="33259945" y="144780"/>
                  </a:lnTo>
                  <a:close/>
                  <a:moveTo>
                    <a:pt x="144780" y="15364619"/>
                  </a:moveTo>
                  <a:lnTo>
                    <a:pt x="33259945" y="15364619"/>
                  </a:lnTo>
                  <a:lnTo>
                    <a:pt x="33259945" y="15509399"/>
                  </a:lnTo>
                  <a:lnTo>
                    <a:pt x="144780" y="15509399"/>
                  </a:lnTo>
                  <a:lnTo>
                    <a:pt x="144780" y="15364619"/>
                  </a:lnTo>
                  <a:close/>
                  <a:moveTo>
                    <a:pt x="33259945" y="0"/>
                  </a:moveTo>
                  <a:lnTo>
                    <a:pt x="33404724" y="0"/>
                  </a:lnTo>
                  <a:lnTo>
                    <a:pt x="33404724" y="144780"/>
                  </a:lnTo>
                  <a:lnTo>
                    <a:pt x="33259945" y="144780"/>
                  </a:lnTo>
                  <a:lnTo>
                    <a:pt x="3325994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259945" y="0"/>
                  </a:lnTo>
                  <a:lnTo>
                    <a:pt x="3325994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87" name="Google Shape;87;p13"/>
          <p:cNvGrpSpPr/>
          <p:nvPr/>
        </p:nvGrpSpPr>
        <p:grpSpPr>
          <a:xfrm>
            <a:off x="5847670" y="1220754"/>
            <a:ext cx="8401566" cy="2413113"/>
            <a:chOff x="0" y="0"/>
            <a:chExt cx="53997988" cy="15509399"/>
          </a:xfrm>
        </p:grpSpPr>
        <p:sp>
          <p:nvSpPr>
            <p:cNvPr id="88" name="Google Shape;88;p13"/>
            <p:cNvSpPr/>
            <p:nvPr/>
          </p:nvSpPr>
          <p:spPr>
            <a:xfrm>
              <a:off x="72390" y="72390"/>
              <a:ext cx="53853205" cy="15364620"/>
            </a:xfrm>
            <a:custGeom>
              <a:rect b="b" l="l" r="r" t="t"/>
              <a:pathLst>
                <a:path extrusionOk="0" h="15364620" w="53853205">
                  <a:moveTo>
                    <a:pt x="0" y="0"/>
                  </a:moveTo>
                  <a:lnTo>
                    <a:pt x="53853205" y="0"/>
                  </a:lnTo>
                  <a:lnTo>
                    <a:pt x="53853205" y="15364620"/>
                  </a:lnTo>
                  <a:lnTo>
                    <a:pt x="0" y="1536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9DFF"/>
            </a:solidFill>
            <a:ln>
              <a:noFill/>
            </a:ln>
          </p:spPr>
        </p:sp>
        <p:sp>
          <p:nvSpPr>
            <p:cNvPr id="89" name="Google Shape;89;p13"/>
            <p:cNvSpPr/>
            <p:nvPr/>
          </p:nvSpPr>
          <p:spPr>
            <a:xfrm>
              <a:off x="0" y="0"/>
              <a:ext cx="53997988" cy="15509399"/>
            </a:xfrm>
            <a:custGeom>
              <a:rect b="b" l="l" r="r" t="t"/>
              <a:pathLst>
                <a:path extrusionOk="0" h="15509399" w="53997988">
                  <a:moveTo>
                    <a:pt x="53853203" y="15364619"/>
                  </a:moveTo>
                  <a:lnTo>
                    <a:pt x="53997988" y="15364619"/>
                  </a:lnTo>
                  <a:lnTo>
                    <a:pt x="53997988" y="15509399"/>
                  </a:lnTo>
                  <a:lnTo>
                    <a:pt x="53853203" y="15509399"/>
                  </a:lnTo>
                  <a:lnTo>
                    <a:pt x="53853203" y="153646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5364619"/>
                  </a:lnTo>
                  <a:lnTo>
                    <a:pt x="0" y="15364619"/>
                  </a:lnTo>
                  <a:lnTo>
                    <a:pt x="0" y="144780"/>
                  </a:lnTo>
                  <a:close/>
                  <a:moveTo>
                    <a:pt x="0" y="15364619"/>
                  </a:moveTo>
                  <a:lnTo>
                    <a:pt x="144780" y="15364619"/>
                  </a:lnTo>
                  <a:lnTo>
                    <a:pt x="144780" y="15509399"/>
                  </a:lnTo>
                  <a:lnTo>
                    <a:pt x="0" y="15509399"/>
                  </a:lnTo>
                  <a:lnTo>
                    <a:pt x="0" y="15364619"/>
                  </a:lnTo>
                  <a:close/>
                  <a:moveTo>
                    <a:pt x="53853203" y="144780"/>
                  </a:moveTo>
                  <a:lnTo>
                    <a:pt x="53997988" y="144780"/>
                  </a:lnTo>
                  <a:lnTo>
                    <a:pt x="53997988" y="15364619"/>
                  </a:lnTo>
                  <a:lnTo>
                    <a:pt x="53853203" y="15364619"/>
                  </a:lnTo>
                  <a:lnTo>
                    <a:pt x="53853203" y="144780"/>
                  </a:lnTo>
                  <a:close/>
                  <a:moveTo>
                    <a:pt x="144780" y="15364619"/>
                  </a:moveTo>
                  <a:lnTo>
                    <a:pt x="53853203" y="15364619"/>
                  </a:lnTo>
                  <a:lnTo>
                    <a:pt x="53853203" y="15509399"/>
                  </a:lnTo>
                  <a:lnTo>
                    <a:pt x="144780" y="15509399"/>
                  </a:lnTo>
                  <a:lnTo>
                    <a:pt x="144780" y="15364619"/>
                  </a:lnTo>
                  <a:close/>
                  <a:moveTo>
                    <a:pt x="53853203" y="0"/>
                  </a:moveTo>
                  <a:lnTo>
                    <a:pt x="53997988" y="0"/>
                  </a:lnTo>
                  <a:lnTo>
                    <a:pt x="53997988" y="144780"/>
                  </a:lnTo>
                  <a:lnTo>
                    <a:pt x="53853203" y="144780"/>
                  </a:lnTo>
                  <a:lnTo>
                    <a:pt x="5385320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3853203" y="0"/>
                  </a:lnTo>
                  <a:lnTo>
                    <a:pt x="5385320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90" name="Google Shape;90;p13"/>
          <p:cNvGrpSpPr/>
          <p:nvPr/>
        </p:nvGrpSpPr>
        <p:grpSpPr>
          <a:xfrm>
            <a:off x="5840816" y="3769725"/>
            <a:ext cx="8408419" cy="6265352"/>
            <a:chOff x="0" y="0"/>
            <a:chExt cx="54042035" cy="40268255"/>
          </a:xfrm>
        </p:grpSpPr>
        <p:sp>
          <p:nvSpPr>
            <p:cNvPr id="91" name="Google Shape;91;p13"/>
            <p:cNvSpPr/>
            <p:nvPr/>
          </p:nvSpPr>
          <p:spPr>
            <a:xfrm>
              <a:off x="72390" y="72390"/>
              <a:ext cx="53897252" cy="40123476"/>
            </a:xfrm>
            <a:custGeom>
              <a:rect b="b" l="l" r="r" t="t"/>
              <a:pathLst>
                <a:path extrusionOk="0" h="40123476" w="53897252">
                  <a:moveTo>
                    <a:pt x="0" y="0"/>
                  </a:moveTo>
                  <a:lnTo>
                    <a:pt x="53897252" y="0"/>
                  </a:lnTo>
                  <a:lnTo>
                    <a:pt x="53897252" y="40123476"/>
                  </a:lnTo>
                  <a:lnTo>
                    <a:pt x="0" y="40123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9DFF"/>
            </a:solidFill>
            <a:ln>
              <a:noFill/>
            </a:ln>
          </p:spPr>
        </p:sp>
        <p:sp>
          <p:nvSpPr>
            <p:cNvPr id="92" name="Google Shape;92;p13"/>
            <p:cNvSpPr/>
            <p:nvPr/>
          </p:nvSpPr>
          <p:spPr>
            <a:xfrm>
              <a:off x="0" y="0"/>
              <a:ext cx="54042035" cy="40268255"/>
            </a:xfrm>
            <a:custGeom>
              <a:rect b="b" l="l" r="r" t="t"/>
              <a:pathLst>
                <a:path extrusionOk="0" h="40268255" w="54042035">
                  <a:moveTo>
                    <a:pt x="53897256" y="40123473"/>
                  </a:moveTo>
                  <a:lnTo>
                    <a:pt x="54042035" y="40123473"/>
                  </a:lnTo>
                  <a:lnTo>
                    <a:pt x="54042035" y="40268255"/>
                  </a:lnTo>
                  <a:lnTo>
                    <a:pt x="53897256" y="40268255"/>
                  </a:lnTo>
                  <a:lnTo>
                    <a:pt x="53897256" y="4012347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0123473"/>
                  </a:lnTo>
                  <a:lnTo>
                    <a:pt x="0" y="40123473"/>
                  </a:lnTo>
                  <a:lnTo>
                    <a:pt x="0" y="144780"/>
                  </a:lnTo>
                  <a:close/>
                  <a:moveTo>
                    <a:pt x="0" y="40123473"/>
                  </a:moveTo>
                  <a:lnTo>
                    <a:pt x="144780" y="40123473"/>
                  </a:lnTo>
                  <a:lnTo>
                    <a:pt x="144780" y="40268255"/>
                  </a:lnTo>
                  <a:lnTo>
                    <a:pt x="0" y="40268255"/>
                  </a:lnTo>
                  <a:lnTo>
                    <a:pt x="0" y="40123473"/>
                  </a:lnTo>
                  <a:close/>
                  <a:moveTo>
                    <a:pt x="53897256" y="144780"/>
                  </a:moveTo>
                  <a:lnTo>
                    <a:pt x="54042035" y="144780"/>
                  </a:lnTo>
                  <a:lnTo>
                    <a:pt x="54042035" y="40123473"/>
                  </a:lnTo>
                  <a:lnTo>
                    <a:pt x="53897256" y="40123473"/>
                  </a:lnTo>
                  <a:lnTo>
                    <a:pt x="53897256" y="144780"/>
                  </a:lnTo>
                  <a:close/>
                  <a:moveTo>
                    <a:pt x="144780" y="40123473"/>
                  </a:moveTo>
                  <a:lnTo>
                    <a:pt x="53897256" y="40123473"/>
                  </a:lnTo>
                  <a:lnTo>
                    <a:pt x="53897256" y="40268255"/>
                  </a:lnTo>
                  <a:lnTo>
                    <a:pt x="144780" y="40268255"/>
                  </a:lnTo>
                  <a:lnTo>
                    <a:pt x="144780" y="40123473"/>
                  </a:lnTo>
                  <a:close/>
                  <a:moveTo>
                    <a:pt x="53897256" y="0"/>
                  </a:moveTo>
                  <a:lnTo>
                    <a:pt x="54042035" y="0"/>
                  </a:lnTo>
                  <a:lnTo>
                    <a:pt x="54042035" y="144780"/>
                  </a:lnTo>
                  <a:lnTo>
                    <a:pt x="53897256" y="144780"/>
                  </a:lnTo>
                  <a:lnTo>
                    <a:pt x="5389725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3897256" y="0"/>
                  </a:lnTo>
                  <a:lnTo>
                    <a:pt x="5389725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93" name="Google Shape;93;p13"/>
          <p:cNvGrpSpPr/>
          <p:nvPr/>
        </p:nvGrpSpPr>
        <p:grpSpPr>
          <a:xfrm>
            <a:off x="322185" y="3769725"/>
            <a:ext cx="5204307" cy="2523967"/>
            <a:chOff x="0" y="0"/>
            <a:chExt cx="33448774" cy="16221875"/>
          </a:xfrm>
        </p:grpSpPr>
        <p:sp>
          <p:nvSpPr>
            <p:cNvPr id="94" name="Google Shape;94;p13"/>
            <p:cNvSpPr/>
            <p:nvPr/>
          </p:nvSpPr>
          <p:spPr>
            <a:xfrm>
              <a:off x="72390" y="72390"/>
              <a:ext cx="33303994" cy="16077096"/>
            </a:xfrm>
            <a:custGeom>
              <a:rect b="b" l="l" r="r" t="t"/>
              <a:pathLst>
                <a:path extrusionOk="0" h="16077096" w="33303994">
                  <a:moveTo>
                    <a:pt x="0" y="0"/>
                  </a:moveTo>
                  <a:lnTo>
                    <a:pt x="33303994" y="0"/>
                  </a:lnTo>
                  <a:lnTo>
                    <a:pt x="33303994" y="16077096"/>
                  </a:lnTo>
                  <a:lnTo>
                    <a:pt x="0" y="160770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  <a:ln>
              <a:noFill/>
            </a:ln>
          </p:spPr>
        </p:sp>
        <p:sp>
          <p:nvSpPr>
            <p:cNvPr id="95" name="Google Shape;95;p13"/>
            <p:cNvSpPr/>
            <p:nvPr/>
          </p:nvSpPr>
          <p:spPr>
            <a:xfrm>
              <a:off x="0" y="0"/>
              <a:ext cx="33448774" cy="16221875"/>
            </a:xfrm>
            <a:custGeom>
              <a:rect b="b" l="l" r="r" t="t"/>
              <a:pathLst>
                <a:path extrusionOk="0" h="16221875" w="33448774">
                  <a:moveTo>
                    <a:pt x="33303992" y="16077095"/>
                  </a:moveTo>
                  <a:lnTo>
                    <a:pt x="33448774" y="16077095"/>
                  </a:lnTo>
                  <a:lnTo>
                    <a:pt x="33448774" y="16221875"/>
                  </a:lnTo>
                  <a:lnTo>
                    <a:pt x="33303992" y="16221875"/>
                  </a:lnTo>
                  <a:lnTo>
                    <a:pt x="33303992" y="1607709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077095"/>
                  </a:lnTo>
                  <a:lnTo>
                    <a:pt x="0" y="16077095"/>
                  </a:lnTo>
                  <a:lnTo>
                    <a:pt x="0" y="144780"/>
                  </a:lnTo>
                  <a:close/>
                  <a:moveTo>
                    <a:pt x="0" y="16077095"/>
                  </a:moveTo>
                  <a:lnTo>
                    <a:pt x="144780" y="16077095"/>
                  </a:lnTo>
                  <a:lnTo>
                    <a:pt x="144780" y="16221875"/>
                  </a:lnTo>
                  <a:lnTo>
                    <a:pt x="0" y="16221875"/>
                  </a:lnTo>
                  <a:lnTo>
                    <a:pt x="0" y="16077095"/>
                  </a:lnTo>
                  <a:close/>
                  <a:moveTo>
                    <a:pt x="33303992" y="144780"/>
                  </a:moveTo>
                  <a:lnTo>
                    <a:pt x="33448774" y="144780"/>
                  </a:lnTo>
                  <a:lnTo>
                    <a:pt x="33448774" y="16077095"/>
                  </a:lnTo>
                  <a:lnTo>
                    <a:pt x="33303992" y="16077095"/>
                  </a:lnTo>
                  <a:lnTo>
                    <a:pt x="33303992" y="144780"/>
                  </a:lnTo>
                  <a:close/>
                  <a:moveTo>
                    <a:pt x="144780" y="16077095"/>
                  </a:moveTo>
                  <a:lnTo>
                    <a:pt x="33303992" y="16077095"/>
                  </a:lnTo>
                  <a:lnTo>
                    <a:pt x="33303992" y="16221875"/>
                  </a:lnTo>
                  <a:lnTo>
                    <a:pt x="144780" y="16221875"/>
                  </a:lnTo>
                  <a:lnTo>
                    <a:pt x="144780" y="16077095"/>
                  </a:lnTo>
                  <a:close/>
                  <a:moveTo>
                    <a:pt x="33303992" y="0"/>
                  </a:moveTo>
                  <a:lnTo>
                    <a:pt x="33448774" y="0"/>
                  </a:lnTo>
                  <a:lnTo>
                    <a:pt x="33448774" y="144780"/>
                  </a:lnTo>
                  <a:lnTo>
                    <a:pt x="33303992" y="144780"/>
                  </a:lnTo>
                  <a:lnTo>
                    <a:pt x="3330399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303992" y="0"/>
                  </a:lnTo>
                  <a:lnTo>
                    <a:pt x="3330399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96" name="Google Shape;96;p13"/>
          <p:cNvGrpSpPr/>
          <p:nvPr/>
        </p:nvGrpSpPr>
        <p:grpSpPr>
          <a:xfrm>
            <a:off x="312660" y="6410012"/>
            <a:ext cx="5213832" cy="3625065"/>
            <a:chOff x="0" y="0"/>
            <a:chExt cx="33509992" cy="23298778"/>
          </a:xfrm>
        </p:grpSpPr>
        <p:sp>
          <p:nvSpPr>
            <p:cNvPr id="97" name="Google Shape;97;p13"/>
            <p:cNvSpPr/>
            <p:nvPr/>
          </p:nvSpPr>
          <p:spPr>
            <a:xfrm>
              <a:off x="72390" y="72390"/>
              <a:ext cx="33365212" cy="23153997"/>
            </a:xfrm>
            <a:custGeom>
              <a:rect b="b" l="l" r="r" t="t"/>
              <a:pathLst>
                <a:path extrusionOk="0" h="23153997" w="33365212">
                  <a:moveTo>
                    <a:pt x="0" y="0"/>
                  </a:moveTo>
                  <a:lnTo>
                    <a:pt x="33365212" y="0"/>
                  </a:lnTo>
                  <a:lnTo>
                    <a:pt x="33365212" y="23153997"/>
                  </a:lnTo>
                  <a:lnTo>
                    <a:pt x="0" y="23153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  <a:ln>
              <a:noFill/>
            </a:ln>
          </p:spPr>
        </p:sp>
        <p:sp>
          <p:nvSpPr>
            <p:cNvPr id="98" name="Google Shape;98;p13"/>
            <p:cNvSpPr/>
            <p:nvPr/>
          </p:nvSpPr>
          <p:spPr>
            <a:xfrm>
              <a:off x="0" y="0"/>
              <a:ext cx="33509992" cy="23298778"/>
            </a:xfrm>
            <a:custGeom>
              <a:rect b="b" l="l" r="r" t="t"/>
              <a:pathLst>
                <a:path extrusionOk="0" h="23298778" w="33509992">
                  <a:moveTo>
                    <a:pt x="33365213" y="23153998"/>
                  </a:moveTo>
                  <a:lnTo>
                    <a:pt x="33509992" y="23153998"/>
                  </a:lnTo>
                  <a:lnTo>
                    <a:pt x="33509992" y="23298778"/>
                  </a:lnTo>
                  <a:lnTo>
                    <a:pt x="33365213" y="23298778"/>
                  </a:lnTo>
                  <a:lnTo>
                    <a:pt x="33365213" y="2315399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3153998"/>
                  </a:lnTo>
                  <a:lnTo>
                    <a:pt x="0" y="23153998"/>
                  </a:lnTo>
                  <a:lnTo>
                    <a:pt x="0" y="144780"/>
                  </a:lnTo>
                  <a:close/>
                  <a:moveTo>
                    <a:pt x="0" y="23153998"/>
                  </a:moveTo>
                  <a:lnTo>
                    <a:pt x="144780" y="23153998"/>
                  </a:lnTo>
                  <a:lnTo>
                    <a:pt x="144780" y="23298778"/>
                  </a:lnTo>
                  <a:lnTo>
                    <a:pt x="0" y="23298778"/>
                  </a:lnTo>
                  <a:lnTo>
                    <a:pt x="0" y="23153998"/>
                  </a:lnTo>
                  <a:close/>
                  <a:moveTo>
                    <a:pt x="33365213" y="144780"/>
                  </a:moveTo>
                  <a:lnTo>
                    <a:pt x="33509992" y="144780"/>
                  </a:lnTo>
                  <a:lnTo>
                    <a:pt x="33509992" y="23153998"/>
                  </a:lnTo>
                  <a:lnTo>
                    <a:pt x="33365213" y="23153998"/>
                  </a:lnTo>
                  <a:lnTo>
                    <a:pt x="33365213" y="144780"/>
                  </a:lnTo>
                  <a:close/>
                  <a:moveTo>
                    <a:pt x="144780" y="23153998"/>
                  </a:moveTo>
                  <a:lnTo>
                    <a:pt x="33365213" y="23153998"/>
                  </a:lnTo>
                  <a:lnTo>
                    <a:pt x="33365213" y="23298778"/>
                  </a:lnTo>
                  <a:lnTo>
                    <a:pt x="144780" y="23298778"/>
                  </a:lnTo>
                  <a:lnTo>
                    <a:pt x="144780" y="23153998"/>
                  </a:lnTo>
                  <a:close/>
                  <a:moveTo>
                    <a:pt x="33365213" y="0"/>
                  </a:moveTo>
                  <a:lnTo>
                    <a:pt x="33509992" y="0"/>
                  </a:lnTo>
                  <a:lnTo>
                    <a:pt x="33509992" y="144780"/>
                  </a:lnTo>
                  <a:lnTo>
                    <a:pt x="33365213" y="144780"/>
                  </a:lnTo>
                  <a:lnTo>
                    <a:pt x="3336521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365213" y="0"/>
                  </a:lnTo>
                  <a:lnTo>
                    <a:pt x="3336521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99" name="Google Shape;99;p13"/>
          <p:cNvGrpSpPr/>
          <p:nvPr/>
        </p:nvGrpSpPr>
        <p:grpSpPr>
          <a:xfrm>
            <a:off x="14568187" y="1220754"/>
            <a:ext cx="3407153" cy="4859584"/>
            <a:chOff x="0" y="0"/>
            <a:chExt cx="21898226" cy="31233197"/>
          </a:xfrm>
        </p:grpSpPr>
        <p:sp>
          <p:nvSpPr>
            <p:cNvPr id="100" name="Google Shape;100;p13"/>
            <p:cNvSpPr/>
            <p:nvPr/>
          </p:nvSpPr>
          <p:spPr>
            <a:xfrm>
              <a:off x="72390" y="72390"/>
              <a:ext cx="21753447" cy="31088418"/>
            </a:xfrm>
            <a:custGeom>
              <a:rect b="b" l="l" r="r" t="t"/>
              <a:pathLst>
                <a:path extrusionOk="0" h="31088418" w="21753447">
                  <a:moveTo>
                    <a:pt x="0" y="0"/>
                  </a:moveTo>
                  <a:lnTo>
                    <a:pt x="21753447" y="0"/>
                  </a:lnTo>
                  <a:lnTo>
                    <a:pt x="21753447" y="31088418"/>
                  </a:lnTo>
                  <a:lnTo>
                    <a:pt x="0" y="31088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E265"/>
            </a:solidFill>
            <a:ln>
              <a:noFill/>
            </a:ln>
          </p:spPr>
        </p:sp>
        <p:sp>
          <p:nvSpPr>
            <p:cNvPr id="101" name="Google Shape;101;p13"/>
            <p:cNvSpPr/>
            <p:nvPr/>
          </p:nvSpPr>
          <p:spPr>
            <a:xfrm>
              <a:off x="0" y="0"/>
              <a:ext cx="21898226" cy="31233197"/>
            </a:xfrm>
            <a:custGeom>
              <a:rect b="b" l="l" r="r" t="t"/>
              <a:pathLst>
                <a:path extrusionOk="0" h="31233197" w="21898226">
                  <a:moveTo>
                    <a:pt x="21753446" y="31088416"/>
                  </a:moveTo>
                  <a:lnTo>
                    <a:pt x="21898226" y="31088416"/>
                  </a:lnTo>
                  <a:lnTo>
                    <a:pt x="21898226" y="31233197"/>
                  </a:lnTo>
                  <a:lnTo>
                    <a:pt x="21753446" y="31233197"/>
                  </a:lnTo>
                  <a:lnTo>
                    <a:pt x="21753446" y="3108841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1088416"/>
                  </a:lnTo>
                  <a:lnTo>
                    <a:pt x="0" y="31088416"/>
                  </a:lnTo>
                  <a:lnTo>
                    <a:pt x="0" y="144780"/>
                  </a:lnTo>
                  <a:close/>
                  <a:moveTo>
                    <a:pt x="0" y="31088416"/>
                  </a:moveTo>
                  <a:lnTo>
                    <a:pt x="144780" y="31088416"/>
                  </a:lnTo>
                  <a:lnTo>
                    <a:pt x="144780" y="31233197"/>
                  </a:lnTo>
                  <a:lnTo>
                    <a:pt x="0" y="31233197"/>
                  </a:lnTo>
                  <a:lnTo>
                    <a:pt x="0" y="31088416"/>
                  </a:lnTo>
                  <a:close/>
                  <a:moveTo>
                    <a:pt x="21753446" y="144780"/>
                  </a:moveTo>
                  <a:lnTo>
                    <a:pt x="21898226" y="144780"/>
                  </a:lnTo>
                  <a:lnTo>
                    <a:pt x="21898226" y="31088416"/>
                  </a:lnTo>
                  <a:lnTo>
                    <a:pt x="21753446" y="31088416"/>
                  </a:lnTo>
                  <a:lnTo>
                    <a:pt x="21753446" y="144780"/>
                  </a:lnTo>
                  <a:close/>
                  <a:moveTo>
                    <a:pt x="144780" y="31088416"/>
                  </a:moveTo>
                  <a:lnTo>
                    <a:pt x="21753446" y="31088416"/>
                  </a:lnTo>
                  <a:lnTo>
                    <a:pt x="21753446" y="31233197"/>
                  </a:lnTo>
                  <a:lnTo>
                    <a:pt x="144780" y="31233197"/>
                  </a:lnTo>
                  <a:lnTo>
                    <a:pt x="144780" y="31088416"/>
                  </a:lnTo>
                  <a:close/>
                  <a:moveTo>
                    <a:pt x="21753446" y="0"/>
                  </a:moveTo>
                  <a:lnTo>
                    <a:pt x="21898226" y="0"/>
                  </a:lnTo>
                  <a:lnTo>
                    <a:pt x="21898226" y="144780"/>
                  </a:lnTo>
                  <a:lnTo>
                    <a:pt x="21753446" y="144780"/>
                  </a:lnTo>
                  <a:lnTo>
                    <a:pt x="217534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1753446" y="0"/>
                  </a:lnTo>
                  <a:lnTo>
                    <a:pt x="217534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02" name="Google Shape;102;p13"/>
          <p:cNvGrpSpPr/>
          <p:nvPr/>
        </p:nvGrpSpPr>
        <p:grpSpPr>
          <a:xfrm>
            <a:off x="14568187" y="6251788"/>
            <a:ext cx="3407153" cy="3783289"/>
            <a:chOff x="0" y="0"/>
            <a:chExt cx="21898226" cy="24315703"/>
          </a:xfrm>
        </p:grpSpPr>
        <p:sp>
          <p:nvSpPr>
            <p:cNvPr id="103" name="Google Shape;103;p13"/>
            <p:cNvSpPr/>
            <p:nvPr/>
          </p:nvSpPr>
          <p:spPr>
            <a:xfrm>
              <a:off x="72390" y="72390"/>
              <a:ext cx="21753447" cy="24170924"/>
            </a:xfrm>
            <a:custGeom>
              <a:rect b="b" l="l" r="r" t="t"/>
              <a:pathLst>
                <a:path extrusionOk="0" h="24170924" w="21753447">
                  <a:moveTo>
                    <a:pt x="0" y="0"/>
                  </a:moveTo>
                  <a:lnTo>
                    <a:pt x="21753447" y="0"/>
                  </a:lnTo>
                  <a:lnTo>
                    <a:pt x="21753447" y="24170924"/>
                  </a:lnTo>
                  <a:lnTo>
                    <a:pt x="0" y="241709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E265"/>
            </a:solidFill>
            <a:ln>
              <a:noFill/>
            </a:ln>
          </p:spPr>
        </p:sp>
        <p:sp>
          <p:nvSpPr>
            <p:cNvPr id="104" name="Google Shape;104;p13"/>
            <p:cNvSpPr/>
            <p:nvPr/>
          </p:nvSpPr>
          <p:spPr>
            <a:xfrm>
              <a:off x="0" y="0"/>
              <a:ext cx="21898226" cy="24315703"/>
            </a:xfrm>
            <a:custGeom>
              <a:rect b="b" l="l" r="r" t="t"/>
              <a:pathLst>
                <a:path extrusionOk="0" h="24315703" w="21898226">
                  <a:moveTo>
                    <a:pt x="21753446" y="24170923"/>
                  </a:moveTo>
                  <a:lnTo>
                    <a:pt x="21898226" y="24170923"/>
                  </a:lnTo>
                  <a:lnTo>
                    <a:pt x="21898226" y="24315703"/>
                  </a:lnTo>
                  <a:lnTo>
                    <a:pt x="21753446" y="24315703"/>
                  </a:lnTo>
                  <a:lnTo>
                    <a:pt x="21753446" y="2417092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70923"/>
                  </a:lnTo>
                  <a:lnTo>
                    <a:pt x="0" y="24170923"/>
                  </a:lnTo>
                  <a:lnTo>
                    <a:pt x="0" y="144780"/>
                  </a:lnTo>
                  <a:close/>
                  <a:moveTo>
                    <a:pt x="0" y="24170923"/>
                  </a:moveTo>
                  <a:lnTo>
                    <a:pt x="144780" y="24170923"/>
                  </a:lnTo>
                  <a:lnTo>
                    <a:pt x="144780" y="24315703"/>
                  </a:lnTo>
                  <a:lnTo>
                    <a:pt x="0" y="24315703"/>
                  </a:lnTo>
                  <a:lnTo>
                    <a:pt x="0" y="24170923"/>
                  </a:lnTo>
                  <a:close/>
                  <a:moveTo>
                    <a:pt x="21753446" y="144780"/>
                  </a:moveTo>
                  <a:lnTo>
                    <a:pt x="21898226" y="144780"/>
                  </a:lnTo>
                  <a:lnTo>
                    <a:pt x="21898226" y="24170923"/>
                  </a:lnTo>
                  <a:lnTo>
                    <a:pt x="21753446" y="24170923"/>
                  </a:lnTo>
                  <a:lnTo>
                    <a:pt x="21753446" y="144780"/>
                  </a:lnTo>
                  <a:close/>
                  <a:moveTo>
                    <a:pt x="144780" y="24170923"/>
                  </a:moveTo>
                  <a:lnTo>
                    <a:pt x="21753446" y="24170923"/>
                  </a:lnTo>
                  <a:lnTo>
                    <a:pt x="21753446" y="24315703"/>
                  </a:lnTo>
                  <a:lnTo>
                    <a:pt x="144780" y="24315703"/>
                  </a:lnTo>
                  <a:lnTo>
                    <a:pt x="144780" y="24170923"/>
                  </a:lnTo>
                  <a:close/>
                  <a:moveTo>
                    <a:pt x="21753446" y="0"/>
                  </a:moveTo>
                  <a:lnTo>
                    <a:pt x="21898226" y="0"/>
                  </a:lnTo>
                  <a:lnTo>
                    <a:pt x="21898226" y="144780"/>
                  </a:lnTo>
                  <a:lnTo>
                    <a:pt x="21753446" y="144780"/>
                  </a:lnTo>
                  <a:lnTo>
                    <a:pt x="217534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1753446" y="0"/>
                  </a:lnTo>
                  <a:lnTo>
                    <a:pt x="217534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05" name="Google Shape;105;p13"/>
          <p:cNvSpPr/>
          <p:nvPr/>
        </p:nvSpPr>
        <p:spPr>
          <a:xfrm>
            <a:off x="666870" y="1464817"/>
            <a:ext cx="579150" cy="368550"/>
          </a:xfrm>
          <a:custGeom>
            <a:rect b="b" l="l" r="r" t="t"/>
            <a:pathLst>
              <a:path extrusionOk="0" h="368550" w="579150">
                <a:moveTo>
                  <a:pt x="0" y="0"/>
                </a:moveTo>
                <a:lnTo>
                  <a:pt x="579150" y="0"/>
                </a:lnTo>
                <a:lnTo>
                  <a:pt x="579150" y="368550"/>
                </a:lnTo>
                <a:lnTo>
                  <a:pt x="0" y="36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3"/>
          <p:cNvSpPr/>
          <p:nvPr/>
        </p:nvSpPr>
        <p:spPr>
          <a:xfrm>
            <a:off x="666870" y="3914245"/>
            <a:ext cx="463771" cy="452809"/>
          </a:xfrm>
          <a:custGeom>
            <a:rect b="b" l="l" r="r" t="t"/>
            <a:pathLst>
              <a:path extrusionOk="0" h="452809" w="463771">
                <a:moveTo>
                  <a:pt x="0" y="0"/>
                </a:moveTo>
                <a:lnTo>
                  <a:pt x="463771" y="0"/>
                </a:lnTo>
                <a:lnTo>
                  <a:pt x="463771" y="452810"/>
                </a:lnTo>
                <a:lnTo>
                  <a:pt x="0" y="452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3"/>
          <p:cNvSpPr/>
          <p:nvPr/>
        </p:nvSpPr>
        <p:spPr>
          <a:xfrm>
            <a:off x="673724" y="6610496"/>
            <a:ext cx="388152" cy="412928"/>
          </a:xfrm>
          <a:custGeom>
            <a:rect b="b" l="l" r="r" t="t"/>
            <a:pathLst>
              <a:path extrusionOk="0" h="412928" w="388152">
                <a:moveTo>
                  <a:pt x="0" y="0"/>
                </a:moveTo>
                <a:lnTo>
                  <a:pt x="388152" y="0"/>
                </a:lnTo>
                <a:lnTo>
                  <a:pt x="388152" y="412929"/>
                </a:lnTo>
                <a:lnTo>
                  <a:pt x="0" y="412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3"/>
          <p:cNvSpPr/>
          <p:nvPr/>
        </p:nvSpPr>
        <p:spPr>
          <a:xfrm>
            <a:off x="6150939" y="1426085"/>
            <a:ext cx="509409" cy="472361"/>
          </a:xfrm>
          <a:custGeom>
            <a:rect b="b" l="l" r="r" t="t"/>
            <a:pathLst>
              <a:path extrusionOk="0" h="472361" w="509409">
                <a:moveTo>
                  <a:pt x="0" y="0"/>
                </a:moveTo>
                <a:lnTo>
                  <a:pt x="509410" y="0"/>
                </a:lnTo>
                <a:lnTo>
                  <a:pt x="509410" y="472361"/>
                </a:lnTo>
                <a:lnTo>
                  <a:pt x="0" y="472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3"/>
          <p:cNvSpPr/>
          <p:nvPr/>
        </p:nvSpPr>
        <p:spPr>
          <a:xfrm>
            <a:off x="6220065" y="4001694"/>
            <a:ext cx="440284" cy="440284"/>
          </a:xfrm>
          <a:custGeom>
            <a:rect b="b" l="l" r="r" t="t"/>
            <a:pathLst>
              <a:path extrusionOk="0" h="440284" w="440284">
                <a:moveTo>
                  <a:pt x="0" y="0"/>
                </a:moveTo>
                <a:lnTo>
                  <a:pt x="440284" y="0"/>
                </a:lnTo>
                <a:lnTo>
                  <a:pt x="440284" y="440284"/>
                </a:lnTo>
                <a:lnTo>
                  <a:pt x="0" y="440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3"/>
          <p:cNvSpPr/>
          <p:nvPr/>
        </p:nvSpPr>
        <p:spPr>
          <a:xfrm>
            <a:off x="17054015" y="6470863"/>
            <a:ext cx="597398" cy="365906"/>
          </a:xfrm>
          <a:custGeom>
            <a:rect b="b" l="l" r="r" t="t"/>
            <a:pathLst>
              <a:path extrusionOk="0" h="365906" w="597398">
                <a:moveTo>
                  <a:pt x="0" y="0"/>
                </a:moveTo>
                <a:lnTo>
                  <a:pt x="597398" y="0"/>
                </a:lnTo>
                <a:lnTo>
                  <a:pt x="597398" y="365906"/>
                </a:lnTo>
                <a:lnTo>
                  <a:pt x="0" y="365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3"/>
          <p:cNvSpPr txBox="1"/>
          <p:nvPr/>
        </p:nvSpPr>
        <p:spPr>
          <a:xfrm>
            <a:off x="14906020" y="1414566"/>
            <a:ext cx="2717782" cy="382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Stakeholders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17175741" y="1401731"/>
            <a:ext cx="494722" cy="494722"/>
          </a:xfrm>
          <a:custGeom>
            <a:rect b="b" l="l" r="r" t="t"/>
            <a:pathLst>
              <a:path extrusionOk="0" h="494722" w="494722">
                <a:moveTo>
                  <a:pt x="0" y="0"/>
                </a:moveTo>
                <a:lnTo>
                  <a:pt x="494722" y="0"/>
                </a:lnTo>
                <a:lnTo>
                  <a:pt x="494722" y="494722"/>
                </a:lnTo>
                <a:lnTo>
                  <a:pt x="0" y="494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3" name="Google Shape;113;p13"/>
          <p:cNvGrpSpPr/>
          <p:nvPr/>
        </p:nvGrpSpPr>
        <p:grpSpPr>
          <a:xfrm>
            <a:off x="322185" y="251923"/>
            <a:ext cx="17653156" cy="799577"/>
            <a:chOff x="0" y="0"/>
            <a:chExt cx="113459183" cy="5138989"/>
          </a:xfrm>
        </p:grpSpPr>
        <p:sp>
          <p:nvSpPr>
            <p:cNvPr id="114" name="Google Shape;114;p13"/>
            <p:cNvSpPr/>
            <p:nvPr/>
          </p:nvSpPr>
          <p:spPr>
            <a:xfrm>
              <a:off x="72390" y="72390"/>
              <a:ext cx="113314401" cy="4994209"/>
            </a:xfrm>
            <a:custGeom>
              <a:rect b="b" l="l" r="r" t="t"/>
              <a:pathLst>
                <a:path extrusionOk="0" h="4994209" w="113314401">
                  <a:moveTo>
                    <a:pt x="0" y="0"/>
                  </a:moveTo>
                  <a:lnTo>
                    <a:pt x="113314401" y="0"/>
                  </a:lnTo>
                  <a:lnTo>
                    <a:pt x="113314401" y="4994209"/>
                  </a:lnTo>
                  <a:lnTo>
                    <a:pt x="0" y="499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5" name="Google Shape;115;p13"/>
            <p:cNvSpPr/>
            <p:nvPr/>
          </p:nvSpPr>
          <p:spPr>
            <a:xfrm>
              <a:off x="0" y="0"/>
              <a:ext cx="113459183" cy="5138989"/>
            </a:xfrm>
            <a:custGeom>
              <a:rect b="b" l="l" r="r" t="t"/>
              <a:pathLst>
                <a:path extrusionOk="0" h="5138989" w="113459183">
                  <a:moveTo>
                    <a:pt x="113314411" y="4994209"/>
                  </a:moveTo>
                  <a:lnTo>
                    <a:pt x="113459183" y="4994209"/>
                  </a:lnTo>
                  <a:lnTo>
                    <a:pt x="113459183" y="5138989"/>
                  </a:lnTo>
                  <a:lnTo>
                    <a:pt x="113314411" y="5138989"/>
                  </a:lnTo>
                  <a:lnTo>
                    <a:pt x="113314411" y="499420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994209"/>
                  </a:lnTo>
                  <a:lnTo>
                    <a:pt x="0" y="4994209"/>
                  </a:lnTo>
                  <a:lnTo>
                    <a:pt x="0" y="144780"/>
                  </a:lnTo>
                  <a:close/>
                  <a:moveTo>
                    <a:pt x="0" y="4994209"/>
                  </a:moveTo>
                  <a:lnTo>
                    <a:pt x="144780" y="4994209"/>
                  </a:lnTo>
                  <a:lnTo>
                    <a:pt x="144780" y="5138989"/>
                  </a:lnTo>
                  <a:lnTo>
                    <a:pt x="0" y="5138989"/>
                  </a:lnTo>
                  <a:lnTo>
                    <a:pt x="0" y="4994209"/>
                  </a:lnTo>
                  <a:close/>
                  <a:moveTo>
                    <a:pt x="113314411" y="144780"/>
                  </a:moveTo>
                  <a:lnTo>
                    <a:pt x="113459183" y="144780"/>
                  </a:lnTo>
                  <a:lnTo>
                    <a:pt x="113459183" y="4994209"/>
                  </a:lnTo>
                  <a:lnTo>
                    <a:pt x="113314411" y="4994209"/>
                  </a:lnTo>
                  <a:lnTo>
                    <a:pt x="113314411" y="144780"/>
                  </a:lnTo>
                  <a:close/>
                  <a:moveTo>
                    <a:pt x="144780" y="4994209"/>
                  </a:moveTo>
                  <a:lnTo>
                    <a:pt x="113314411" y="4994209"/>
                  </a:lnTo>
                  <a:lnTo>
                    <a:pt x="113314411" y="5138989"/>
                  </a:lnTo>
                  <a:lnTo>
                    <a:pt x="144780" y="5138989"/>
                  </a:lnTo>
                  <a:lnTo>
                    <a:pt x="144780" y="4994209"/>
                  </a:lnTo>
                  <a:close/>
                  <a:moveTo>
                    <a:pt x="113314411" y="0"/>
                  </a:moveTo>
                  <a:lnTo>
                    <a:pt x="113459183" y="0"/>
                  </a:lnTo>
                  <a:lnTo>
                    <a:pt x="113459183" y="144780"/>
                  </a:lnTo>
                  <a:lnTo>
                    <a:pt x="113314411" y="144780"/>
                  </a:lnTo>
                  <a:lnTo>
                    <a:pt x="113314411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3314411" y="0"/>
                  </a:lnTo>
                  <a:lnTo>
                    <a:pt x="113314411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16" name="Google Shape;116;p13"/>
          <p:cNvSpPr txBox="1"/>
          <p:nvPr/>
        </p:nvSpPr>
        <p:spPr>
          <a:xfrm>
            <a:off x="3337261" y="389774"/>
            <a:ext cx="1191263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título do projeto&gt;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1519799" y="1464200"/>
            <a:ext cx="218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Justificativas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673725" y="1957318"/>
            <a:ext cx="45357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1925" lvl="1" marL="32385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justificativa 1&gt;</a:t>
            </a:r>
            <a:endParaRPr/>
          </a:p>
          <a:p>
            <a:pPr indent="-161925" lvl="1" marL="32385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justificativa 2&gt;</a:t>
            </a:r>
            <a:endParaRPr/>
          </a:p>
          <a:p>
            <a:pPr indent="-161925" lvl="1" marL="32385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justificativa 3&gt;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1399412" y="6617543"/>
            <a:ext cx="1699021" cy="382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Benefícios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6936574" y="4059146"/>
            <a:ext cx="1773564" cy="382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6185500" y="4670574"/>
            <a:ext cx="77448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1925" lvl="1" marL="32385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requisito 1&gt;</a:t>
            </a:r>
            <a:endParaRPr/>
          </a:p>
          <a:p>
            <a:pPr indent="-161925" lvl="1" marL="32385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requisito 2&gt;</a:t>
            </a:r>
            <a:endParaRPr/>
          </a:p>
          <a:p>
            <a:pPr indent="-161925" lvl="1" marL="32385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requisito 3&gt;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14933625" y="1976371"/>
            <a:ext cx="27177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1925" lvl="1" marL="32385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stakeholder 1&gt;</a:t>
            </a:r>
            <a:endParaRPr/>
          </a:p>
          <a:p>
            <a:pPr indent="-161925" lvl="1" marL="32385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stakeholder 2&gt;</a:t>
            </a:r>
            <a:endParaRPr/>
          </a:p>
          <a:p>
            <a:pPr indent="-161925" lvl="1" marL="32385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stakeholder 3&gt;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6936574" y="1456562"/>
            <a:ext cx="1773564" cy="382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6185502" y="2001312"/>
            <a:ext cx="7744865" cy="253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parágrafo sobre o produto&gt;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1399412" y="3973119"/>
            <a:ext cx="1705874" cy="382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666870" y="4481355"/>
            <a:ext cx="4481977" cy="253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parágrafo sobre objetivos&gt;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14933631" y="6466259"/>
            <a:ext cx="1798412" cy="382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Equipe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14906025" y="6991975"/>
            <a:ext cx="28908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1925" lvl="1" marL="3238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membro 1&gt;</a:t>
            </a:r>
            <a:endParaRPr/>
          </a:p>
          <a:p>
            <a:pPr indent="-161925" lvl="1" marL="3238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membro 2&gt;</a:t>
            </a:r>
            <a:endParaRPr/>
          </a:p>
          <a:p>
            <a:pPr indent="-161925" lvl="1" marL="3238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membro 3&gt;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Criado por: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&lt;inserir nomes&gt;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673725" y="7166300"/>
            <a:ext cx="45357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1925" lvl="1" marL="32385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benefício 1&gt;</a:t>
            </a:r>
            <a:endParaRPr/>
          </a:p>
          <a:p>
            <a:pPr indent="-161925" lvl="1" marL="32385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benefício 2&gt;</a:t>
            </a:r>
            <a:endParaRPr/>
          </a:p>
          <a:p>
            <a:pPr indent="-161925" lvl="1" marL="323850" marR="0" rtl="0" algn="l">
              <a:lnSpc>
                <a:spcPct val="141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&lt;inserir benefício 3&gt;</a:t>
            </a:r>
            <a:endParaRPr/>
          </a:p>
        </p:txBody>
      </p:sp>
      <p:pic>
        <p:nvPicPr>
          <p:cNvPr id="130" name="Google Shape;130;p13"/>
          <p:cNvPicPr preferRelativeResize="0"/>
          <p:nvPr/>
        </p:nvPicPr>
        <p:blipFill rotWithShape="1">
          <a:blip r:embed="rId10">
            <a:alphaModFix/>
          </a:blip>
          <a:srcRect b="775" l="0" r="0" t="775"/>
          <a:stretch/>
        </p:blipFill>
        <p:spPr>
          <a:xfrm>
            <a:off x="480862" y="359741"/>
            <a:ext cx="1530315" cy="587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